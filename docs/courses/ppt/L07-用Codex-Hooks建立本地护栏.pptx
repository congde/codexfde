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510c3a55b4b0d" /><Relationship Type="http://schemas.openxmlformats.org/officeDocument/2006/relationships/extended-properties" Target="/docProps/app.xml" Id="R34e5847692824a63" /><Relationship Type="http://schemas.openxmlformats.org/officeDocument/2006/relationships/officeDocument" Target="/ppt/presentation.xml" Id="R7943a26bce74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0cfdbf3564e8d"/>
  </p:sldMasterIdLst>
  <p:notesMasterIdLst>
    <p:notesMasterId xmlns:r="http://schemas.openxmlformats.org/officeDocument/2006/relationships" r:id="R251a2c99fb874a81"/>
  </p:notesMasterIdLst>
  <p:sldIdLst>
    <p:sldId xmlns:r="http://schemas.openxmlformats.org/officeDocument/2006/relationships" id="256" r:id="R18e15cab806b408a"/>
    <p:sldId xmlns:r="http://schemas.openxmlformats.org/officeDocument/2006/relationships" id="257" r:id="R2192002c432344bc"/>
    <p:sldId xmlns:r="http://schemas.openxmlformats.org/officeDocument/2006/relationships" id="258" r:id="R90e60b9b826b4658"/>
    <p:sldId xmlns:r="http://schemas.openxmlformats.org/officeDocument/2006/relationships" id="259" r:id="Re40274fbcdaf4583"/>
    <p:sldId xmlns:r="http://schemas.openxmlformats.org/officeDocument/2006/relationships" id="260" r:id="R7f6d85ea374a4a6b"/>
    <p:sldId xmlns:r="http://schemas.openxmlformats.org/officeDocument/2006/relationships" id="261" r:id="R12b8eeb1a9c24a9d"/>
    <p:sldId xmlns:r="http://schemas.openxmlformats.org/officeDocument/2006/relationships" id="262" r:id="R1b268ec0a7544e9d"/>
    <p:sldId xmlns:r="http://schemas.openxmlformats.org/officeDocument/2006/relationships" id="263" r:id="R02c897ded7174f09"/>
    <p:sldId xmlns:r="http://schemas.openxmlformats.org/officeDocument/2006/relationships" id="264" r:id="Rb913afe73d8c4a8f"/>
    <p:sldId xmlns:r="http://schemas.openxmlformats.org/officeDocument/2006/relationships" id="265" r:id="R381c0ddb37e54122"/>
    <p:sldId xmlns:r="http://schemas.openxmlformats.org/officeDocument/2006/relationships" id="266" r:id="Re9e47e7748bc42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3ee695d1974df1" /><Relationship Type="http://schemas.openxmlformats.org/officeDocument/2006/relationships/slideMaster" Target="/ppt/slideMasters/slideMaster1.xml" Id="Rbae0cfdbf3564e8d" /><Relationship Type="http://schemas.openxmlformats.org/officeDocument/2006/relationships/notesMaster" Target="/ppt/notesMasters/notesMaster1.xml" Id="R251a2c99fb874a81" /><Relationship Type="http://schemas.openxmlformats.org/officeDocument/2006/relationships/presProps" Target="/ppt/presProps.xml" Id="Ree6b10dfd63847d2" /><Relationship Type="http://schemas.openxmlformats.org/officeDocument/2006/relationships/viewProps" Target="/ppt/viewProps.xml" Id="R800d352f7c914de7" /><Relationship Type="http://schemas.openxmlformats.org/officeDocument/2006/relationships/tableStyles" Target="/ppt/tableStyles.xml" Id="R1884e115e0854f2b" /><Relationship Type="http://schemas.openxmlformats.org/officeDocument/2006/relationships/slide" Target="/ppt/slides/slide1.xml" Id="R18e15cab806b408a" /><Relationship Type="http://schemas.openxmlformats.org/officeDocument/2006/relationships/slide" Target="/ppt/slides/slide2.xml" Id="R2192002c432344bc" /><Relationship Type="http://schemas.openxmlformats.org/officeDocument/2006/relationships/slide" Target="/ppt/slides/slide3.xml" Id="R90e60b9b826b4658" /><Relationship Type="http://schemas.openxmlformats.org/officeDocument/2006/relationships/slide" Target="/ppt/slides/slide4.xml" Id="Re40274fbcdaf4583" /><Relationship Type="http://schemas.openxmlformats.org/officeDocument/2006/relationships/slide" Target="/ppt/slides/slide5.xml" Id="R7f6d85ea374a4a6b" /><Relationship Type="http://schemas.openxmlformats.org/officeDocument/2006/relationships/slide" Target="/ppt/slides/slide6.xml" Id="R12b8eeb1a9c24a9d" /><Relationship Type="http://schemas.openxmlformats.org/officeDocument/2006/relationships/slide" Target="/ppt/slides/slide7.xml" Id="R1b268ec0a7544e9d" /><Relationship Type="http://schemas.openxmlformats.org/officeDocument/2006/relationships/slide" Target="/ppt/slides/slide8.xml" Id="R02c897ded7174f09" /><Relationship Type="http://schemas.openxmlformats.org/officeDocument/2006/relationships/slide" Target="/ppt/slides/slide9.xml" Id="Rb913afe73d8c4a8f" /><Relationship Type="http://schemas.openxmlformats.org/officeDocument/2006/relationships/slide" Target="/ppt/slides/slide10.xml" Id="R381c0ddb37e54122" /><Relationship Type="http://schemas.openxmlformats.org/officeDocument/2006/relationships/slide" Target="/ppt/slides/slide11.xml" Id="Re9e47e7748bc42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c9afc37274f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71fff468d4b2d" /><Relationship Type="http://schemas.openxmlformats.org/officeDocument/2006/relationships/notesMaster" Target="/ppt/notesMasters/notesMaster1.xml" Id="R8b548069a97447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38a79318d414d" /><Relationship Type="http://schemas.openxmlformats.org/officeDocument/2006/relationships/notesMaster" Target="/ppt/notesMasters/notesMaster1.xml" Id="R4c71c68cf079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aab211e1a34302" /><Relationship Type="http://schemas.openxmlformats.org/officeDocument/2006/relationships/notesMaster" Target="/ppt/notesMasters/notesMaster1.xml" Id="Rdeaa733b91fc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ab7e6d2804ff0" /><Relationship Type="http://schemas.openxmlformats.org/officeDocument/2006/relationships/notesMaster" Target="/ppt/notesMasters/notesMaster1.xml" Id="R8486135e5b3c47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bc6e065a544a5" /><Relationship Type="http://schemas.openxmlformats.org/officeDocument/2006/relationships/notesMaster" Target="/ppt/notesMasters/notesMaster1.xml" Id="R75927388ff19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ec6314c028444e" /><Relationship Type="http://schemas.openxmlformats.org/officeDocument/2006/relationships/notesMaster" Target="/ppt/notesMasters/notesMaster1.xml" Id="R33d5635313bd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e16b173a1643b9" /><Relationship Type="http://schemas.openxmlformats.org/officeDocument/2006/relationships/notesMaster" Target="/ppt/notesMasters/notesMaster1.xml" Id="Ra2af2907a44a4c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a9f16746674927" /><Relationship Type="http://schemas.openxmlformats.org/officeDocument/2006/relationships/notesMaster" Target="/ppt/notesMasters/notesMaster1.xml" Id="R19e5face610a40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179121cdf48ba" /><Relationship Type="http://schemas.openxmlformats.org/officeDocument/2006/relationships/notesMaster" Target="/ppt/notesMasters/notesMaster1.xml" Id="Rd36cdf7a71ca40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1896eea5b245cc" /><Relationship Type="http://schemas.openxmlformats.org/officeDocument/2006/relationships/notesMaster" Target="/ppt/notesMasters/notesMaster1.xml" Id="Re991b60ba53145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203acac396461d" /><Relationship Type="http://schemas.openxmlformats.org/officeDocument/2006/relationships/notesMaster" Target="/ppt/notesMasters/notesMaster1.xml" Id="R1ce68ed0954b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本页判断：用 Codex Hooks 建立本地护栏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本页判断：先推演三组 Stop 输入：通过、阻断、续跑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本页判断：Hook 只做协议适配，不复制质量标准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本页判断：一段 JSON 必须明确输入、输出、超时和退出行为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本页判断：忽略 stop_hook_active，会把护栏变成死循环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本页判断：拒绝停止时必须指向具体 Eval 与报告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D:\work\CodexFDE\docs\courses\assets\fde-evidence-chain.png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本页判断：失败时保持任务未完成，通过时才允许结束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本页判断：触发、复验、阻断与放行都要进入时间轨迹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D:\work\CodexFDE\docs\courses\assets\web-07-delivery-evidence.png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本页判断：大输出、超时和不可操作消息会让护栏失效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本页判断：本地 Hook 守开发者会话，CI 守远程合并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课堂类型：协议推演</a:t>
            </a:r>
          </a:p>
          <a:p xmlns:a="http://schemas.openxmlformats.org/drawingml/2006/main">
            <a:r>
              <a:t>本页判断：本地门拦住了你，却还没有说服远端评审者</a:t>
            </a:r>
            <a:endParaRPr/>
          </a:p>
          <a:p xmlns:a="http://schemas.openxmlformats.org/drawingml/2006/main">
            <a:r>
              <a:t>课程主线：在 Agent 准备停止时，用 stdin/stdout JSON 调用唯一 Harness，并防止 Hook 自触发递归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eval.hook</a:t>
            </a:r>
          </a:p>
          <a:p xmlns:a="http://schemas.openxmlformats.org/drawingml/2006/main">
            <a:r>
              <a:t>边界：本地 Hook 不能替代远程合并保护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D:\work\CodexFDE\docs\courses\L07-用Codex-Hooks建立本地护栏.md</a:t>
            </a:r>
          </a:p>
          <a:p xmlns:a="http://schemas.openxmlformats.org/drawingml/2006/main">
            <a:r>
              <a:t>- D:\work\CodexFDE\course\tasks\L07-Codex-Hook.md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2c42f2ec04f1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cb5d507dd848cc" /><Relationship Type="http://schemas.openxmlformats.org/officeDocument/2006/relationships/slideLayout" Target="/ppt/slideLayouts/slideLayout1.xml" Id="Rb82556c2ad1f45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556c2ad1f456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05991e6ba4f8c" /><Relationship Type="http://schemas.openxmlformats.org/officeDocument/2006/relationships/notesSlide" Target="/ppt/notesSlides/notesSlide1.xml" Id="Red0979911edf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3668709fa4aea" /><Relationship Type="http://schemas.openxmlformats.org/officeDocument/2006/relationships/notesSlide" Target="/ppt/notesSlides/notesSlide2.xml" Id="R8932450353ea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822271e7547dd" /><Relationship Type="http://schemas.openxmlformats.org/officeDocument/2006/relationships/notesSlide" Target="/ppt/notesSlides/notesSlide3.xml" Id="R83f68d92005e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7e4637d7d45c5" /><Relationship Type="http://schemas.openxmlformats.org/officeDocument/2006/relationships/notesSlide" Target="/ppt/notesSlides/notesSlide4.xml" Id="Rd0248c5f189a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3ae2539a45af" /><Relationship Type="http://schemas.openxmlformats.org/officeDocument/2006/relationships/notesSlide" Target="/ppt/notesSlides/notesSlide5.xml" Id="Rebaec446485e4a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363a198564ca2" /><Relationship Type="http://schemas.openxmlformats.org/officeDocument/2006/relationships/image" Target="/ppt/media/image.png" Id="R0f9edacdd80a4ea2" /><Relationship Type="http://schemas.openxmlformats.org/officeDocument/2006/relationships/image" Target="/ppt/media/image2.png" Id="Rdb4617dfb118423d" /><Relationship Type="http://schemas.openxmlformats.org/officeDocument/2006/relationships/notesSlide" Target="/ppt/notesSlides/notesSlide6.xml" Id="Rad9a4a02979d48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bef9a1374a87" /><Relationship Type="http://schemas.openxmlformats.org/officeDocument/2006/relationships/notesSlide" Target="/ppt/notesSlides/notesSlide7.xml" Id="R62bb80fbf0914f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a5f506384a73" /><Relationship Type="http://schemas.openxmlformats.org/officeDocument/2006/relationships/image" Target="/ppt/media/image.png" Id="R50b03874f5e440ab" /><Relationship Type="http://schemas.openxmlformats.org/officeDocument/2006/relationships/image" Target="/ppt/media/image.jpeg" Id="Rb4165529f0b74c85" /><Relationship Type="http://schemas.openxmlformats.org/officeDocument/2006/relationships/notesSlide" Target="/ppt/notesSlides/notesSlide8.xml" Id="R3c8c8280e97c4c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01b28d9964304" /><Relationship Type="http://schemas.openxmlformats.org/officeDocument/2006/relationships/notesSlide" Target="/ppt/notesSlides/notesSlide9.xml" Id="Re6b7b7e21b3e4f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27212abad46d1" /><Relationship Type="http://schemas.openxmlformats.org/officeDocument/2006/relationships/notesSlide" Target="/ppt/notesSlides/notesSlide10.xml" Id="Rcc3bdd503ab345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df9ca1744bd6" /><Relationship Type="http://schemas.openxmlformats.org/officeDocument/2006/relationships/notesSlide" Target="/ppt/notesSlides/notesSlide11.xml" Id="Rccc6351a093f4a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L07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用 Codex Hooks 建立本地护栏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主线：在 Agent 准备停止时，用 stdin/stdout JSON 调用唯一 Harness，并防止 Hook 自触发递归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L07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先推演三组 Stop 输入：通过、阻断、续跑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三类 Hook 各阻断什么？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未知 Hook 为什么不可信？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缺少 stop_hook_active 会怎样？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课堂收件物：Stop Hook 协议、阻断消息与复用报告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852032-A021-4F55-913F-B886DA6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协议推演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AB5719-F6FC-4CC0-BCF6-F8B6123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Hook 只做协议适配，不复制质量标准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DD1BE3-33C7-45F2-A89B-C91E9AF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9364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本讲只推进一条因果链：在 Agent 准备停止时，用 stdin/stdout JSON 调用唯…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87FEEC-F203-4923-BBC8-6F11923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366A87-A0D9-4D94-8C89-91284D2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287A0D3-03B4-4E49-A554-E000293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DAD42D5-5553-46DB-84B6-0F44801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FBAB5A4-D4D3-4408-8772-B755244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4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识别 Stop 事件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26F32B6-557D-4563-822A-6D8CB76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.codex/hooks/</a:t>
            </a: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514CE49-73E8-411D-818A-AEAB270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A58A8AD-577D-4388-BC03-A3E676A3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844F8EF-E6C5-4D5A-BF93-14F0CB0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防止递归激活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29338D4-4707-4C40-B7F1-937DCB0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stdin/stdout JSON、超时、退出…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55492032-5B43-4E83-BBBD-F3482C8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075929A-1DBB-4DD5-AEBE-93347C1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FA700BF-38F8-42DC-9B38-CAAD720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调用唯一 Harness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41FFA9-49DD-48E6-9DA0-4EFEAC6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eval.hook</a:t>
            </a:r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1D705C8A-C173-47D8-B003-02F694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83D81BD-FD29-462B-8051-263E786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224F56-0FA1-4BFB-BB96-770F5D9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翻译协议响应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7366A96-74DC-4DFF-A9F0-2AF86D4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Hook 复用 blocking suite，失败时拒…</a:t>
            </a: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DFB56C47-EEDD-4499-A22B-C4B93E6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121B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7D89F6C-2F54-4746-9A52-B9319F2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 → Stop Hook 协议、阻断消息与复用报告 ｜ 下一断点：把同一 Harness 接入 CI 形成远程复验</a:t>
            </a:r>
          </a:p>
        </p:txBody>
      </p:sp>
    </p:spTree>
    <p:extLst>
      <p:ext uri="{BB962C8B-B14F-4D97-AF65-F5344CB8AC3E}">
        <p14:creationId xmlns:p14="http://schemas.microsoft.com/office/powerpoint/2010/main" val="1542297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L07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一段 JSON 必须明确输入、输出、超时和退出行为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l07_delivery.ps1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识别 Stop 事件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eval.hook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Hook 复用 blocking suite，失败时拒绝停止并…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把同一 Harness 接入 CI 形成远程复验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忽略 stop_hook_active，会把护栏变成死循环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控制先于自动化：本地 Hook 不能替代远程合并保护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05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调用唯一 Harness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.codex/hooks/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本地 Hook 不能替代远程合并保护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eval/hook.py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stdin/stdout JSON、超时、退出行为和报告时间必须明确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70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把同一 Harness 接入 CI 形成远程复验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拒绝停止时必须指向具体 Eval 与报告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证据链从 Spec、Eval 到人工审核与 API 交付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edacdd80a4e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617dfb118423d"/>
          <a:stretch xmlns:a="http://schemas.openxmlformats.org/drawingml/2006/main"/>
        </p:blipFill>
        <p:spPr>
          <a:xfrm xmlns:a="http://schemas.openxmlformats.org/drawingml/2006/main">
            <a:off x="1911221" y="1897052"/>
            <a:ext cx="8489828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失败时保持任务未完成，通过时才允许结束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同一条规则必须用红灯和绿灯同时证明：stdin/stdout JSON、超时、退出行为和报告时间必须明确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忽略 stop_hook_activ
e，Hook 触发自己形成无限递归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本地 Hook 不能替代远程合并保护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Hook 复用 blocking suite，失败时拒绝停…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Stop Hook 协议、阻断消息与复用报告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触发、复验、阻断与放行都要进入时间轨迹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真实项目：FlowERP 交付任务把 blocking 结果和任务状态放在同一工作面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03874f5e440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65529f0b74c85"/>
          <a:stretch xmlns:a="http://schemas.openxmlformats.org/drawingml/2006/main"/>
        </p:blipFill>
        <p:spPr>
          <a:xfrm xmlns:a="http://schemas.openxmlformats.org/drawingml/2006/main">
            <a:off x="4784773" y="1897052"/>
            <a:ext cx="2742723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L07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大输出、超时和不可操作消息会让护栏失效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识别 Stop 事件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防止递归激活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调用唯一 Harness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翻译协议响应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3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Stop Hook 协议、阻断消息与复用报告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eval.hook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本地 Hook 不能替代远程合并保护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L07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本地 Hook 守开发者会话，CI 守远程合并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eval.hook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越过：stdin/stdout JSON、超时、退出行为…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.codex/hooks/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验证：Hook 复用 blocking suite，失败时拒绝停…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eval/harness.py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共同前提：本地 Hook 不能替代远程合并保护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2026-09-01T07:16:17.4090000Z</dcterms:created>
  <dcterms:modified xsi:type="dcterms:W3CDTF">2026-09-01T07:16:17.4090000Z</dcterms:modified>
</coreProperties>
</file>