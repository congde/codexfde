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128b96cd0a4dd7" /><Relationship Type="http://schemas.openxmlformats.org/officeDocument/2006/relationships/extended-properties" Target="/docProps/app.xml" Id="R74a3976f522b460c" /><Relationship Type="http://schemas.openxmlformats.org/officeDocument/2006/relationships/officeDocument" Target="/ppt/presentation.xml" Id="Rd93b5da57ec64d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7e63b2192542ad"/>
  </p:sldMasterIdLst>
  <p:notesMasterIdLst>
    <p:notesMasterId xmlns:r="http://schemas.openxmlformats.org/officeDocument/2006/relationships" r:id="R22f6dc44edb74b38"/>
  </p:notesMasterIdLst>
  <p:sldIdLst>
    <p:sldId xmlns:r="http://schemas.openxmlformats.org/officeDocument/2006/relationships" id="256" r:id="R4def8258d8ae4dc2"/>
    <p:sldId xmlns:r="http://schemas.openxmlformats.org/officeDocument/2006/relationships" id="257" r:id="Re83ae83904dd4d2e"/>
    <p:sldId xmlns:r="http://schemas.openxmlformats.org/officeDocument/2006/relationships" id="258" r:id="R579687ab6fe7421e"/>
    <p:sldId xmlns:r="http://schemas.openxmlformats.org/officeDocument/2006/relationships" id="259" r:id="Rbfb75ee7f10c4e7c"/>
    <p:sldId xmlns:r="http://schemas.openxmlformats.org/officeDocument/2006/relationships" id="260" r:id="Rff71bffccf1743fd"/>
    <p:sldId xmlns:r="http://schemas.openxmlformats.org/officeDocument/2006/relationships" id="261" r:id="R5cf130ed730848f4"/>
    <p:sldId xmlns:r="http://schemas.openxmlformats.org/officeDocument/2006/relationships" id="262" r:id="R83ca97036ee34ac8"/>
    <p:sldId xmlns:r="http://schemas.openxmlformats.org/officeDocument/2006/relationships" id="263" r:id="R4cf1117b274642ce"/>
    <p:sldId xmlns:r="http://schemas.openxmlformats.org/officeDocument/2006/relationships" id="264" r:id="R81662eed490f4990"/>
    <p:sldId xmlns:r="http://schemas.openxmlformats.org/officeDocument/2006/relationships" id="265" r:id="Re906b383e6bc476b"/>
    <p:sldId xmlns:r="http://schemas.openxmlformats.org/officeDocument/2006/relationships" id="266" r:id="R39f1ea9604884ff6"/>
    <p:sldId xmlns:r="http://schemas.openxmlformats.org/officeDocument/2006/relationships" id="267" r:id="Reb7718d64e6045fd"/>
    <p:sldId xmlns:r="http://schemas.openxmlformats.org/officeDocument/2006/relationships" id="268" r:id="Rd108de55945f40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479f8fbe9f4b2b" /><Relationship Type="http://schemas.openxmlformats.org/officeDocument/2006/relationships/slideMaster" Target="/ppt/slideMasters/slideMaster1.xml" Id="R097e63b2192542ad" /><Relationship Type="http://schemas.openxmlformats.org/officeDocument/2006/relationships/notesMaster" Target="/ppt/notesMasters/notesMaster1.xml" Id="R22f6dc44edb74b38" /><Relationship Type="http://schemas.openxmlformats.org/officeDocument/2006/relationships/presProps" Target="/ppt/presProps.xml" Id="R3c2adec2d9b3492b" /><Relationship Type="http://schemas.openxmlformats.org/officeDocument/2006/relationships/viewProps" Target="/ppt/viewProps.xml" Id="R4fab680833fa4f3c" /><Relationship Type="http://schemas.openxmlformats.org/officeDocument/2006/relationships/tableStyles" Target="/ppt/tableStyles.xml" Id="R77167e860462416f" /><Relationship Type="http://schemas.openxmlformats.org/officeDocument/2006/relationships/slide" Target="/ppt/slides/slide1.xml" Id="R4def8258d8ae4dc2" /><Relationship Type="http://schemas.openxmlformats.org/officeDocument/2006/relationships/slide" Target="/ppt/slides/slide2.xml" Id="Re83ae83904dd4d2e" /><Relationship Type="http://schemas.openxmlformats.org/officeDocument/2006/relationships/slide" Target="/ppt/slides/slide3.xml" Id="R579687ab6fe7421e" /><Relationship Type="http://schemas.openxmlformats.org/officeDocument/2006/relationships/slide" Target="/ppt/slides/slide4.xml" Id="Rbfb75ee7f10c4e7c" /><Relationship Type="http://schemas.openxmlformats.org/officeDocument/2006/relationships/slide" Target="/ppt/slides/slide5.xml" Id="Rff71bffccf1743fd" /><Relationship Type="http://schemas.openxmlformats.org/officeDocument/2006/relationships/slide" Target="/ppt/slides/slide6.xml" Id="R5cf130ed730848f4" /><Relationship Type="http://schemas.openxmlformats.org/officeDocument/2006/relationships/slide" Target="/ppt/slides/slide7.xml" Id="R83ca97036ee34ac8" /><Relationship Type="http://schemas.openxmlformats.org/officeDocument/2006/relationships/slide" Target="/ppt/slides/slide8.xml" Id="R4cf1117b274642ce" /><Relationship Type="http://schemas.openxmlformats.org/officeDocument/2006/relationships/slide" Target="/ppt/slides/slide9.xml" Id="R81662eed490f4990" /><Relationship Type="http://schemas.openxmlformats.org/officeDocument/2006/relationships/slide" Target="/ppt/slides/slide10.xml" Id="Re906b383e6bc476b" /><Relationship Type="http://schemas.openxmlformats.org/officeDocument/2006/relationships/slide" Target="/ppt/slides/slide11.xml" Id="R39f1ea9604884ff6" /><Relationship Type="http://schemas.openxmlformats.org/officeDocument/2006/relationships/slide" Target="/ppt/slides/slide12.xml" Id="Reb7718d64e6045fd" /><Relationship Type="http://schemas.openxmlformats.org/officeDocument/2006/relationships/slide" Target="/ppt/slides/slide13.xml" Id="Rd108de55945f40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853b7428f34d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b6246013f7464e" /><Relationship Type="http://schemas.openxmlformats.org/officeDocument/2006/relationships/notesMaster" Target="/ppt/notesMasters/notesMaster1.xml" Id="R3ecac4ae5c2841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e003bb5f6c4592" /><Relationship Type="http://schemas.openxmlformats.org/officeDocument/2006/relationships/notesMaster" Target="/ppt/notesMasters/notesMaster1.xml" Id="Rc87639cdc7a841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1eb359538e4f5e" /><Relationship Type="http://schemas.openxmlformats.org/officeDocument/2006/relationships/notesMaster" Target="/ppt/notesMasters/notesMaster1.xml" Id="Re8fc2e5a1c644c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0d6b9dbf6341e2" /><Relationship Type="http://schemas.openxmlformats.org/officeDocument/2006/relationships/notesMaster" Target="/ppt/notesMasters/notesMaster1.xml" Id="R2d0858d78d6f40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ddd62ebd8441d4" /><Relationship Type="http://schemas.openxmlformats.org/officeDocument/2006/relationships/notesMaster" Target="/ppt/notesMasters/notesMaster1.xml" Id="Rd6c88f2205894f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1c7daf94544a60" /><Relationship Type="http://schemas.openxmlformats.org/officeDocument/2006/relationships/notesMaster" Target="/ppt/notesMasters/notesMaster1.xml" Id="R7afe336b341745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110a2807b94b7c" /><Relationship Type="http://schemas.openxmlformats.org/officeDocument/2006/relationships/notesMaster" Target="/ppt/notesMasters/notesMaster1.xml" Id="R78204a5f41c347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4aa845a9d5498f" /><Relationship Type="http://schemas.openxmlformats.org/officeDocument/2006/relationships/notesMaster" Target="/ppt/notesMasters/notesMaster1.xml" Id="R7f567a9c232e4a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86afcec93d4447" /><Relationship Type="http://schemas.openxmlformats.org/officeDocument/2006/relationships/notesMaster" Target="/ppt/notesMasters/notesMaster1.xml" Id="Rc28c2804899941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baba82d8724970" /><Relationship Type="http://schemas.openxmlformats.org/officeDocument/2006/relationships/notesMaster" Target="/ppt/notesMasters/notesMaster1.xml" Id="R71fe36dcb74b44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7800d5cbde4f45" /><Relationship Type="http://schemas.openxmlformats.org/officeDocument/2006/relationships/notesMaster" Target="/ppt/notesMasters/notesMaster1.xml" Id="R258f06d854294d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dd4e0e26c94392" /><Relationship Type="http://schemas.openxmlformats.org/officeDocument/2006/relationships/notesMaster" Target="/ppt/notesMasters/notesMaster1.xml" Id="Rbc6acee56a524b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dd5fde5d4f4253" /><Relationship Type="http://schemas.openxmlformats.org/officeDocument/2006/relationships/notesMaster" Target="/ppt/notesMasters/notesMaster1.xml" Id="Rd7e94559f58842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课堂类型：案卷压缩</a:t>
            </a:r>
          </a:p>
          <a:p xmlns:a="http://schemas.openxmlformats.org/drawingml/2006/main">
            <a:r>
              <a:t>本页判断：把失败报告翻译成修复任务</a:t>
            </a:r>
            <a:endParaRPr/>
          </a:p>
          <a:p xmlns:a="http://schemas.openxmlformats.org/drawingml/2006/main">
            <a:r>
              <a:t>课程主线：先冻结当前失败，再把 6000 行日志压成 Failure Capsule、写集与历史采用决定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repair TASK-ID</a:t>
            </a:r>
          </a:p>
          <a:p xmlns:a="http://schemas.openxmlformats.org/drawingml/2006/main">
            <a:r>
              <a:t>边界：同名错误不等于同一根因；历史不能替当前报告发号施令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D:\work\CodexFDE\docs\courses\L09-把失败报告翻译成修复任务.md</a:t>
            </a:r>
          </a:p>
          <a:p xmlns:a="http://schemas.openxmlformats.org/drawingml/2006/main">
            <a:r>
              <a:t>- D:\work\CodexFDE\course\tasks\L09-失败转修复任务.md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课堂类型：案卷压缩</a:t>
            </a:r>
          </a:p>
          <a:p xmlns:a="http://schemas.openxmlformats.org/drawingml/2006/main">
            <a:r>
              <a:t>本页判断：Task ID 必须同时回指 Spec、事件与 Eval</a:t>
            </a:r>
            <a:endParaRPr/>
          </a:p>
          <a:p xmlns:a="http://schemas.openxmlformats.org/drawingml/2006/main">
            <a:r>
              <a:t>课程主线：先冻结当前失败，再把 6000 行日志压成 Failure Capsule、写集与历史采用决定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repair TASK-ID</a:t>
            </a:r>
          </a:p>
          <a:p xmlns:a="http://schemas.openxmlformats.org/drawingml/2006/main">
            <a:r>
              <a:t>边界：同名错误不等于同一根因；历史不能替当前报告发号施令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D:\work\CodexFDE\docs\courses\L09-把失败报告翻译成修复任务.md</a:t>
            </a:r>
          </a:p>
          <a:p xmlns:a="http://schemas.openxmlformats.org/drawingml/2006/main">
            <a:r>
              <a:t>- D:\work\CodexFDE\course\tasks\L09-失败转修复任务.md</a:t>
            </a:r>
          </a:p>
          <a:p xmlns:a="http://schemas.openxmlformats.org/drawingml/2006/main">
            <a:r>
              <a:t>- D:\work\CodexFDE\docs\courses\assets\web-23-delivery-event-trace.png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课堂类型：案卷压缩</a:t>
            </a:r>
          </a:p>
          <a:p xmlns:a="http://schemas.openxmlformats.org/drawingml/2006/main">
            <a:r>
              <a:t>本页判断：把全部日志交给模型，等于把修复授权藏在噪声里</a:t>
            </a:r>
            <a:endParaRPr/>
          </a:p>
          <a:p xmlns:a="http://schemas.openxmlformats.org/drawingml/2006/main">
            <a:r>
              <a:t>课程主线：先冻结当前失败，再把 6000 行日志压成 Failure Capsule、写集与历史采用决定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repair TASK-ID</a:t>
            </a:r>
          </a:p>
          <a:p xmlns:a="http://schemas.openxmlformats.org/drawingml/2006/main">
            <a:r>
              <a:t>边界：同名错误不等于同一根因；历史不能替当前报告发号施令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D:\work\CodexFDE\docs\courses\L09-把失败报告翻译成修复任务.md</a:t>
            </a:r>
          </a:p>
          <a:p xmlns:a="http://schemas.openxmlformats.org/drawingml/2006/main">
            <a:r>
              <a:t>- D:\work\CodexFDE\course\tasks\L09-失败转修复任务.md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课堂类型：案卷压缩</a:t>
            </a:r>
          </a:p>
          <a:p xmlns:a="http://schemas.openxmlformats.org/drawingml/2006/main">
            <a:r>
              <a:t>本页判断：先签字，再看方法</a:t>
            </a:r>
            <a:endParaRPr/>
          </a:p>
          <a:p xmlns:a="http://schemas.openxmlformats.org/drawingml/2006/main">
            <a:r>
              <a:t>课程主线：先冻结当前失败，再把 6000 行日志压成 Failure Capsule、写集与历史采用决定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验证入口：python -X utf8 -m workbench.cli repair TASK-ID</a:t>
            </a:r>
          </a:p>
          <a:p xmlns:a="http://schemas.openxmlformats.org/drawingml/2006/main">
            <a:r>
              <a:t>边界：同名错误不等于同一根因；历史不能替当前报告发号施令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D:\work\CodexFDE\docs\courses\L09-把失败报告翻译成修复任务.md</a:t>
            </a:r>
          </a:p>
          <a:p xmlns:a="http://schemas.openxmlformats.org/drawingml/2006/main">
            <a:r>
              <a:t>- D:\work\CodexFDE\course\tasks\L09-失败转修复任务.md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课堂类型：案卷压缩</a:t>
            </a:r>
          </a:p>
          <a:p xmlns:a="http://schemas.openxmlformats.org/drawingml/2006/main">
            <a:r>
              <a:t>本页判断：六个字段把失败事实变成受控修复任务</a:t>
            </a:r>
            <a:endParaRPr/>
          </a:p>
          <a:p xmlns:a="http://schemas.openxmlformats.org/drawingml/2006/main">
            <a:r>
              <a:t>课程主线：先冻结当前失败，再把 6000 行日志压成 Failure Capsule、写集与历史采用决定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repair TASK-ID</a:t>
            </a:r>
          </a:p>
          <a:p xmlns:a="http://schemas.openxmlformats.org/drawingml/2006/main">
            <a:r>
              <a:t>边界：同名错误不等于同一根因；历史不能替当前报告发号施令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D:\work\CodexFDE\docs\courses\L09-把失败报告翻译成修复任务.md</a:t>
            </a:r>
          </a:p>
          <a:p xmlns:a="http://schemas.openxmlformats.org/drawingml/2006/main">
            <a:r>
              <a:t>- D:\work\CodexFDE\course\tasks\L09-失败转修复任务.md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课堂类型：案卷压缩</a:t>
            </a:r>
          </a:p>
          <a:p xmlns:a="http://schemas.openxmlformats.org/drawingml/2006/main">
            <a:r>
              <a:t>本页判断：同名错误不等于同根因，历史经验只能做候选</a:t>
            </a:r>
            <a:endParaRPr/>
          </a:p>
          <a:p xmlns:a="http://schemas.openxmlformats.org/drawingml/2006/main">
            <a:r>
              <a:t>课程主线：先冻结当前失败，再把 6000 行日志压成 Failure Capsule、写集与历史采用决定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repair TASK-ID</a:t>
            </a:r>
          </a:p>
          <a:p xmlns:a="http://schemas.openxmlformats.org/drawingml/2006/main">
            <a:r>
              <a:t>边界：同名错误不等于同一根因；历史不能替当前报告发号施令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D:\work\CodexFDE\docs\courses\L09-把失败报告翻译成修复任务.md</a:t>
            </a:r>
          </a:p>
          <a:p xmlns:a="http://schemas.openxmlformats.org/drawingml/2006/main">
            <a:r>
              <a:t>- D:\work\CodexFDE\course\tasks\L09-失败转修复任务.md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课堂类型：案卷压缩</a:t>
            </a:r>
          </a:p>
          <a:p xmlns:a="http://schemas.openxmlformats.org/drawingml/2006/main">
            <a:r>
              <a:t>本页判断：repair-task.json 是授权防火墙，不是摘要文件</a:t>
            </a:r>
            <a:endParaRPr/>
          </a:p>
          <a:p xmlns:a="http://schemas.openxmlformats.org/drawingml/2006/main">
            <a:r>
              <a:t>课程主线：先冻结当前失败，再把 6000 行日志压成 Failure Capsule、写集与历史采用决定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repair TASK-ID</a:t>
            </a:r>
          </a:p>
          <a:p xmlns:a="http://schemas.openxmlformats.org/drawingml/2006/main">
            <a:r>
              <a:t>边界：同名错误不等于同一根因；历史不能替当前报告发号施令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D:\work\CodexFDE\docs\courses\L09-把失败报告翻译成修复任务.md</a:t>
            </a:r>
          </a:p>
          <a:p xmlns:a="http://schemas.openxmlformats.org/drawingml/2006/main">
            <a:r>
              <a:t>- D:\work\CodexFDE\course\tasks\L09-失败转修复任务.md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课堂类型：案卷压缩</a:t>
            </a:r>
          </a:p>
          <a:p xmlns:a="http://schemas.openxmlformats.org/drawingml/2006/main">
            <a:r>
              <a:t>本页判断：strong、weak、background 要分别 adopt、warn、reject</a:t>
            </a:r>
            <a:endParaRPr/>
          </a:p>
          <a:p xmlns:a="http://schemas.openxmlformats.org/drawingml/2006/main">
            <a:r>
              <a:t>课程主线：先冻结当前失败，再把 6000 行日志压成 Failure Capsule、写集与历史采用决定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repair TASK-ID</a:t>
            </a:r>
          </a:p>
          <a:p xmlns:a="http://schemas.openxmlformats.org/drawingml/2006/main">
            <a:r>
              <a:t>边界：同名错误不等于同一根因；历史不能替当前报告发号施令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D:\work\CodexFDE\docs\courses\L09-把失败报告翻译成修复任务.md</a:t>
            </a:r>
          </a:p>
          <a:p xmlns:a="http://schemas.openxmlformats.org/drawingml/2006/main">
            <a:r>
              <a:t>- D:\work\CodexFDE\course\tasks\L09-失败转修复任务.md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课堂类型：案卷压缩</a:t>
            </a:r>
          </a:p>
          <a:p xmlns:a="http://schemas.openxmlformats.org/drawingml/2006/main">
            <a:r>
              <a:t>本页判断：修复者先看任务级合同，不能只拿一段报错自由发挥</a:t>
            </a:r>
            <a:endParaRPr/>
          </a:p>
          <a:p xmlns:a="http://schemas.openxmlformats.org/drawingml/2006/main">
            <a:r>
              <a:t>课程主线：先冻结当前失败，再把 6000 行日志压成 Failure Capsule、写集与历史采用决定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repair TASK-ID</a:t>
            </a:r>
          </a:p>
          <a:p xmlns:a="http://schemas.openxmlformats.org/drawingml/2006/main">
            <a:r>
              <a:t>边界：同名错误不等于同一根因；历史不能替当前报告发号施令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D:\work\CodexFDE\docs\courses\L09-把失败报告翻译成修复任务.md</a:t>
            </a:r>
          </a:p>
          <a:p xmlns:a="http://schemas.openxmlformats.org/drawingml/2006/main">
            <a:r>
              <a:t>- D:\work\CodexFDE\course\tasks\L09-失败转修复任务.md</a:t>
            </a:r>
          </a:p>
          <a:p xmlns:a="http://schemas.openxmlformats.org/drawingml/2006/main">
            <a:r>
              <a:t>- D:\work\CodexFDE\docs\courses\assets\web-10-delivery-spec-events-fixed.png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课堂类型：案卷压缩</a:t>
            </a:r>
          </a:p>
          <a:p xmlns:a="http://schemas.openxmlformats.org/drawingml/2006/main">
            <a:r>
              <a:t>本页判断：observing 混入 scope 会制造越界修复</a:t>
            </a:r>
            <a:endParaRPr/>
          </a:p>
          <a:p xmlns:a="http://schemas.openxmlformats.org/drawingml/2006/main">
            <a:r>
              <a:t>课程主线：先冻结当前失败，再把 6000 行日志压成 Failure Capsule、写集与历史采用决定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repair TASK-ID</a:t>
            </a:r>
          </a:p>
          <a:p xmlns:a="http://schemas.openxmlformats.org/drawingml/2006/main">
            <a:r>
              <a:t>边界：同名错误不等于同一根因；历史不能替当前报告发号施令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D:\work\CodexFDE\docs\courses\L09-把失败报告翻译成修复任务.md</a:t>
            </a:r>
          </a:p>
          <a:p xmlns:a="http://schemas.openxmlformats.org/drawingml/2006/main">
            <a:r>
              <a:t>- D:\work\CodexFDE\course\tasks\L09-失败转修复任务.md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课堂类型：案卷压缩</a:t>
            </a:r>
          </a:p>
          <a:p xmlns:a="http://schemas.openxmlformats.org/drawingml/2006/main">
            <a:r>
              <a:t>本页判断：陌生修复者盲测，才知道任务是否真的可执行</a:t>
            </a:r>
            <a:endParaRPr/>
          </a:p>
          <a:p xmlns:a="http://schemas.openxmlformats.org/drawingml/2006/main">
            <a:r>
              <a:t>课程主线：先冻结当前失败，再把 6000 行日志压成 Failure Capsule、写集与历史采用决定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repair TASK-ID</a:t>
            </a:r>
          </a:p>
          <a:p xmlns:a="http://schemas.openxmlformats.org/drawingml/2006/main">
            <a:r>
              <a:t>边界：同名错误不等于同一根因；历史不能替当前报告发号施令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D:\work\CodexFDE\docs\courses\L09-把失败报告翻译成修复任务.md</a:t>
            </a:r>
          </a:p>
          <a:p xmlns:a="http://schemas.openxmlformats.org/drawingml/2006/main">
            <a:r>
              <a:t>- D:\work\CodexFDE\course\tasks\L09-失败转修复任务.md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课堂类型：案卷压缩</a:t>
            </a:r>
          </a:p>
          <a:p xmlns:a="http://schemas.openxmlformats.org/drawingml/2006/main">
            <a:r>
              <a:t>本页判断：被拒绝的历史也要留痕，成为下一轮检索负例</a:t>
            </a:r>
            <a:endParaRPr/>
          </a:p>
          <a:p xmlns:a="http://schemas.openxmlformats.org/drawingml/2006/main">
            <a:r>
              <a:t>课程主线：先冻结当前失败，再把 6000 行日志压成 Failure Capsule、写集与历史采用决定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repair TASK-ID</a:t>
            </a:r>
          </a:p>
          <a:p xmlns:a="http://schemas.openxmlformats.org/drawingml/2006/main">
            <a:r>
              <a:t>边界：同名错误不等于同一根因；历史不能替当前报告发号施令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D:\work\CodexFDE\docs\courses\L09-把失败报告翻译成修复任务.md</a:t>
            </a:r>
          </a:p>
          <a:p xmlns:a="http://schemas.openxmlformats.org/drawingml/2006/main">
            <a:r>
              <a:t>- D:\work\CodexFDE\course\tasks\L09-失败转修复任务.md</a:t>
            </a:r>
          </a:p>
          <a:p xmlns:a="http://schemas.openxmlformats.org/drawingml/2006/main">
            <a:r>
              <a:t>- D:\work\CodexFDE\docs\courses\assets\web-22-delivery-generated-spec.png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课堂类型：案卷压缩</a:t>
            </a:r>
          </a:p>
          <a:p xmlns:a="http://schemas.openxmlformats.org/drawingml/2006/main">
            <a:r>
              <a:t>本页判断：修复任务可以重跑，但重跑本身可能成为故障</a:t>
            </a:r>
            <a:endParaRPr/>
          </a:p>
          <a:p xmlns:a="http://schemas.openxmlformats.org/drawingml/2006/main">
            <a:r>
              <a:t>课程主线：先冻结当前失败，再把 6000 行日志压成 Failure Capsule、写集与历史采用决定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验证入口：python -X utf8 -m workbench.cli repair TASK-ID</a:t>
            </a:r>
          </a:p>
          <a:p xmlns:a="http://schemas.openxmlformats.org/drawingml/2006/main">
            <a:r>
              <a:t>边界：同名错误不等于同一根因；历史不能替当前报告发号施令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D:\work\CodexFDE\docs\courses\L09-把失败报告翻译成修复任务.md</a:t>
            </a:r>
          </a:p>
          <a:p xmlns:a="http://schemas.openxmlformats.org/drawingml/2006/main">
            <a:r>
              <a:t>- D:\work\CodexFDE\course\tasks\L09-失败转修复任务.md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a2c9edca3419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c2d909a4774ee9" /><Relationship Type="http://schemas.openxmlformats.org/officeDocument/2006/relationships/slideLayout" Target="/ppt/slideLayouts/slideLayout1.xml" Id="Rf07f7bc60e1540e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7f7bc60e1540e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1910d9cb045ef" /><Relationship Type="http://schemas.openxmlformats.org/officeDocument/2006/relationships/notesSlide" Target="/ppt/notesSlides/notesSlide1.xml" Id="Ra718cc3b5d9646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55d54a7f44f8b" /><Relationship Type="http://schemas.openxmlformats.org/officeDocument/2006/relationships/image" Target="/ppt/media/image.png" Id="R75fdb70a4aea4bf0" /><Relationship Type="http://schemas.openxmlformats.org/officeDocument/2006/relationships/image" Target="/ppt/media/image.jpeg" Id="R604e233b633f4906" /><Relationship Type="http://schemas.openxmlformats.org/officeDocument/2006/relationships/notesSlide" Target="/ppt/notesSlides/notesSlide2.xml" Id="R493efa427f6647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a68234bc84f00" /><Relationship Type="http://schemas.openxmlformats.org/officeDocument/2006/relationships/notesSlide" Target="/ppt/notesSlides/notesSlide3.xml" Id="R9099885fc50f4f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fca8d0448401d" /><Relationship Type="http://schemas.openxmlformats.org/officeDocument/2006/relationships/notesSlide" Target="/ppt/notesSlides/notesSlide4.xml" Id="R2d4b1c39a3fd4b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0ca7632bf402c" /><Relationship Type="http://schemas.openxmlformats.org/officeDocument/2006/relationships/notesSlide" Target="/ppt/notesSlides/notesSlide5.xml" Id="Ra1f706ae816542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b72b74c0f42bc" /><Relationship Type="http://schemas.openxmlformats.org/officeDocument/2006/relationships/notesSlide" Target="/ppt/notesSlides/notesSlide6.xml" Id="R7f578104e98c44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b8d650fcf4465" /><Relationship Type="http://schemas.openxmlformats.org/officeDocument/2006/relationships/notesSlide" Target="/ppt/notesSlides/notesSlide7.xml" Id="R061d98e9158641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1efcc37014332" /><Relationship Type="http://schemas.openxmlformats.org/officeDocument/2006/relationships/notesSlide" Target="/ppt/notesSlides/notesSlide8.xml" Id="R9d2ee7ca3f8045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f3ddfc1424534" /><Relationship Type="http://schemas.openxmlformats.org/officeDocument/2006/relationships/image" Target="/ppt/media/image.png" Id="R77a6806e19af44ae" /><Relationship Type="http://schemas.openxmlformats.org/officeDocument/2006/relationships/image" Target="/ppt/media/image2.jpeg" Id="Rc3e74a1bd57445e6" /><Relationship Type="http://schemas.openxmlformats.org/officeDocument/2006/relationships/notesSlide" Target="/ppt/notesSlides/notesSlide9.xml" Id="Rf2994a39bf9344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d6634df5d4662" /><Relationship Type="http://schemas.openxmlformats.org/officeDocument/2006/relationships/notesSlide" Target="/ppt/notesSlides/notesSlide10.xml" Id="Rfa2ef46cb3434f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d27864eed4d1f" /><Relationship Type="http://schemas.openxmlformats.org/officeDocument/2006/relationships/notesSlide" Target="/ppt/notesSlides/notesSlide11.xml" Id="R8d25401b5c7f41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70d979cdc4c98" /><Relationship Type="http://schemas.openxmlformats.org/officeDocument/2006/relationships/image" Target="/ppt/media/image.png" Id="Rd33a5e05386f4c42" /><Relationship Type="http://schemas.openxmlformats.org/officeDocument/2006/relationships/image" Target="/ppt/media/image3.jpeg" Id="R6ea590d57bdd49c3" /><Relationship Type="http://schemas.openxmlformats.org/officeDocument/2006/relationships/notesSlide" Target="/ppt/notesSlides/notesSlide12.xml" Id="R6c5baa64c26d45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1c0c01a2c4535" /><Relationship Type="http://schemas.openxmlformats.org/officeDocument/2006/relationships/notesSlide" Target="/ppt/notesSlides/notesSlide13.xml" Id="R3c10f41b3f1743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L09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把失败报告翻译成修复任务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主线：先冻结当前失败，再把 6000 行日志压成 Failure Capsule、写集与历史采用决定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L09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Task ID 必须同时回指 Spec、事件与 Eval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交付事件链按时间保留执行、评测和审核状态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db70a4aea4b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e233b633f4906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9D1B0E-CB94-4560-BD1A-3BE2BBE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L09 · 案卷压缩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D3B0E4-ADF9-4D52-8239-5E2D6B3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2513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把全部日志交给模型，等于把修复授权藏在噪声里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3F25F3-51A3-4E0D-9235-2B25ECA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裁决标准：先冻结当前失败，再决定历史经验 adopt、warn 或 reject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A44815A-8F3D-400A-B0B1-75B9A5C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23" name="箭头: 右 22">
            <a:extLst xmlns:a="http://schemas.openxmlformats.org/drawingml/2006/main">
              <a:ext uri="{FF2B5EF4-FFF2-40B4-BE49-F238E27FC236}">
                <a16:creationId xmlns:a16="http://schemas.microsoft.com/office/drawing/2014/main" id="{C6263359-F0B5-4A4C-84FA-1536691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4" name="箭头: 右 23">
            <a:extLst xmlns:a="http://schemas.openxmlformats.org/drawingml/2006/main">
              <a:ext uri="{FF2B5EF4-FFF2-40B4-BE49-F238E27FC236}">
                <a16:creationId xmlns:a16="http://schemas.microsoft.com/office/drawing/2014/main" id="{984F068E-90FC-4E71-857C-CB2A2EF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0CBAAD27-E316-4088-946B-0F3BF1D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6" name="pain-1">
            <a:extLst xmlns:a="http://schemas.openxmlformats.org/drawingml/2006/main">
              <a:ext uri="{FF2B5EF4-FFF2-40B4-BE49-F238E27FC236}">
                <a16:creationId xmlns:a16="http://schemas.microsoft.com/office/drawing/2014/main" id="{F9E754D8-AC2E-4F25-8880-A918B44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F8A3D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CF7E83-5169-490A-9E59-36F94F6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489B53-1684-4027-9FE9-7A3251B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只看表面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09235D8-F9C8-4047-B539-BD44F76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把 observing 和相似历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史一并塞给 Agent，导致越界修改</a:t>
            </a:r>
          </a:p>
        </p:txBody>
      </p:sp>
      <p:sp>
        <p:nvSpPr>
          <p:cNvPr id="30" name="pain-2">
            <a:extLst xmlns:a="http://schemas.openxmlformats.org/drawingml/2006/main">
              <a:ext uri="{FF2B5EF4-FFF2-40B4-BE49-F238E27FC236}">
                <a16:creationId xmlns:a16="http://schemas.microsoft.com/office/drawing/2014/main" id="{A6C9E5F9-D5F8-4F8D-BD0B-A4580A9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E2B7C0-C852-490D-8D73-E8846A8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84A2229-FB98-44EE-B972-0384208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只看输出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83F1E7-A7AC-4F53-B770-0E5FF7F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Agent 说完成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不等于权威状态正确</a:t>
            </a:r>
          </a:p>
        </p:txBody>
      </p:sp>
      <p:sp>
        <p:nvSpPr>
          <p:cNvPr id="34" name="pain-3">
            <a:extLst xmlns:a="http://schemas.openxmlformats.org/drawingml/2006/main">
              <a:ext uri="{FF2B5EF4-FFF2-40B4-BE49-F238E27FC236}">
                <a16:creationId xmlns:a16="http://schemas.microsoft.com/office/drawing/2014/main" id="{CF53BD9D-4D27-47D4-9975-0491B9C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E5B567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0412876-CBAB-4A9D-B4B1-C96CAA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E99F129-E46E-4DA9-9A6F-0E0ED58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只看历史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442465A-8975-40E0-8D11-AE3895D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相似经验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不等于当前合同</a:t>
            </a:r>
          </a:p>
        </p:txBody>
      </p:sp>
      <p:sp>
        <p:nvSpPr>
          <p:cNvPr id="38" name="pain-4">
            <a:extLst xmlns:a="http://schemas.openxmlformats.org/drawingml/2006/main">
              <a:ext uri="{FF2B5EF4-FFF2-40B4-BE49-F238E27FC236}">
                <a16:creationId xmlns:a16="http://schemas.microsoft.com/office/drawing/2014/main" id="{7735C86B-1096-4801-9F5E-915E2B2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3DD9A4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233D3F7-F238-4E84-8D0B-907A9D1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996AADF-86A0-405F-A2FF-15D53F8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真正标准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9E79C9B-DC2D-40CD-A6D2-6F129B6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结果、轨迹、责任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三者同时成立</a:t>
            </a:r>
          </a:p>
        </p:txBody>
      </p:sp>
      <p:sp>
        <p:nvSpPr>
          <p:cNvPr id="42" name="箭头: 下 41">
            <a:extLst xmlns:a="http://schemas.openxmlformats.org/drawingml/2006/main">
              <a:ext uri="{FF2B5EF4-FFF2-40B4-BE49-F238E27FC236}">
                <a16:creationId xmlns:a16="http://schemas.microsoft.com/office/drawing/2014/main" id="{25FE7694-AA56-4E8F-826E-0CD14D6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76725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655A"/>
          </a:solidFill>
          <a:ln xmlns:a="http://schemas.openxmlformats.org/drawingml/2006/main" w="0">
            <a:solidFill>
              <a:srgbClr val="F0655A"/>
            </a:solidFill>
            <a:prstDash val="solid"/>
          </a:ln>
        </p:spPr>
      </p:sp>
      <p:sp>
        <p:nvSpPr>
          <p:cNvPr id="43" name="pain-result">
            <a:extLst xmlns:a="http://schemas.openxmlformats.org/drawingml/2006/main">
              <a:ext uri="{FF2B5EF4-FFF2-40B4-BE49-F238E27FC236}">
                <a16:creationId xmlns:a16="http://schemas.microsoft.com/office/drawing/2014/main" id="{4361132F-8B6B-4CBE-BAF3-48C2F3B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7391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E5C3B8-17BA-45E1-BDA5-26E53DF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815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9657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本页只解决一个冲突：把 observing 和相似历史一并塞给 Agent，导致越界修改</a:t>
            </a:r>
          </a:p>
        </p:txBody>
      </p:sp>
    </p:spTree>
    <p:extLst>
      <p:ext uri="{BB962C8B-B14F-4D97-AF65-F5344CB8AC3E}">
        <p14:creationId xmlns:p14="http://schemas.microsoft.com/office/powerpoint/2010/main" val="1175837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L09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先签字，再看方法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58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日志里什么是事实，什么是假设？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observing 能进入 blocking 吗？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陌生修复者最少需要什么？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课堂收件物：repair-task.json、Failure Capsule 与 memory_decisions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279DD7-4012-4AAD-9350-4B9DF66E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L09 · 案卷压缩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DA6789-3263-4CD1-BBB9-5B355C09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0490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760"/>
              </a:lnSpc>
              <a:buNone/>
            </a:pPr>
            <a:r>
              <a:rPr sz="24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六个字段把失败事实变成受控修复任务</a:t>
            </a:r>
            <a:endParaRPr sz="2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58F80C5-E0E5-4E4F-8A77-E966B7AF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23AE13E-0C34-4F77-A834-D02AFA9C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F7622A7-9DED-46EE-B9C5-79F7B924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240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865B26B-CF6E-4B97-9F2F-057BE24D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冻结当前报告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BA98D72-7E14-4024-88F1-8D8766C3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240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58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锁定：Repair Task 是失败证据到修复授权之间的防火墙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0AD5A09-12D1-474D-8571-EF90ED28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CONTRACT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FE36CBC-1257-46BC-B240-85722D92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8B15552-094E-4308-BC4B-AFD18A64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A1CDE6F-F002-4577-A917-28C84C17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98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提取失败签名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2C8FBBA-F9C5-4673-8B72-E20B856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098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读取 repair-task.json 与权威状态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F8572A7-0BAC-4E33-98EC-9FA8F84F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FACT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72266A1-E2EA-47C1-84F9-CD20FA4B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8E5835E-4995-47BE-AF99-796F975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70363CF-57E5-4BCC-9D13-8279387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声明允许写集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EAD5D10-C4BD-4016-A71D-8D7C7773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956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执行 python -X utf8 -m workbench.cli repair TASK-ID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1314E408-CCF2-42B7-A19E-B81DE960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ACTION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AF0D9B0-29A4-4404-8885-B42CF4E4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431A35E3-CE60-4232-BC44-D89767BD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D02E03B-FF14-4C9D-A5A9-0F3B5A88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分级历史候选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62B3092-75B3-4F44-83FD-92E96B5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81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用 任务只含阻断项、允许写集、验证命令和报告引用 裁决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45D9CA7E-187F-4B93-9616-6CC9CACF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81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PROOF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A0E0F08F-3B89-4179-BEC7-E0FAD758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01A990C4-1CF6-416B-B2E2-002B99AA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672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8555B56-A303-4FDF-AC12-C6AC9D4F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输出修复合同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516F074-5D0C-44DB-91F4-9715B748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672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交付 repair-task.json、Failure Capsule 与 memory_decisions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7E40B82-9D05-409E-B8B2-5212F6C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67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7874BF94-ACCB-423C-81B7-F74C1300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685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9862DCA-BE1C-4DD4-987C-44F7466F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626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下一步只能由证据推进：把 Repair Task 放进有停止条件的 Loop</a:t>
            </a:r>
          </a:p>
        </p:txBody>
      </p:sp>
    </p:spTree>
    <p:extLst>
      <p:ext uri="{BB962C8B-B14F-4D97-AF65-F5344CB8AC3E}">
        <p14:creationId xmlns:p14="http://schemas.microsoft.com/office/powerpoint/2010/main" val="12762227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26F9A0-B29F-4E0A-9987-CB512DE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L09 · 系统边界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BA6901-7757-4A21-8884-ABA304E8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同名错误不等于同根因，历史经验只能做候选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C754054-2851-4FF3-AE49-1F89FCA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56" name="矩形: 圆角 55">
            <a:extLst xmlns:a="http://schemas.openxmlformats.org/drawingml/2006/main">
              <a:ext uri="{FF2B5EF4-FFF2-40B4-BE49-F238E27FC236}">
                <a16:creationId xmlns:a16="http://schemas.microsoft.com/office/drawing/2014/main" id="{2DEAC58F-0354-4825-B9C1-0E846242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54200"/>
            <a:ext cx="10287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10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BD8AF188-9F4C-4A9A-B9E4-86D37EE8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20256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23FE1FC5-803D-44ED-9219-00D4AFC9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20066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CONTEXT / 读什么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7BACE3E8-319F-4AA9-BFA5-1D3532B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2006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当前事实、版本、来源与排除理由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A9068E2-6346-4315-A9A4-CDB10EF5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20066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repair-task.json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0404E979-229A-427A-8D30-66B65127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25781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44A76E1A-21F1-413E-8E7D-8A4A6D81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26733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208EAB27-1832-47B1-A140-F3FC1CE1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26543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EXECUTION / 做什么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09F9CE4D-04EA-4E1B-868F-855FD93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2654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Agent 只执行有 Schema、有授权的动作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3724FA20-5883-4AE4-B559-AC49B02A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26543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python -X utf8 -m workbench.cli repair TASK-ID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D8B81F2A-0452-4660-BCDA-CCD1AAF5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32258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566812C-BD40-4B82-856B-7E8A2AED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33210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2EF9B48-1E26-4F2B-A4B7-0EEC2B56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3020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CONTROL / 何时停</a:t>
            </a: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5EFB4FB9-DED8-453F-9918-5E8497C9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33020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先冻结当前失败，再决定历史经验 adopt、warn 或 reject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CF3E4D23-C3B1-4B2D-82EB-2AE7C58C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3020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Harness · Loop · Graph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150EE3BD-7C9F-4187-BC12-B87757E8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38735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1049FDCD-5A54-4155-86A6-E5004DB9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39687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B10852D4-6CC0-4D12-AF49-B3C786D0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9497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CONNECTION / 接什么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A5D6F81-19D3-406F-87DD-52C321F7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3949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MCP 负责连接，Tool 负责一次动作</a:t>
            </a: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E7B22C23-93C2-44CD-8CD2-A133C0C8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9497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MCP · Tools · Router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8898851A-737E-492B-BE80-F5FCF9B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45212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F2F0ED34-2E85-4587-A8A6-EF2453A8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46164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14D16ED1-6EB8-45C6-9AAF-D290B12F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45974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MEMORY / 继承什么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40326985-E61B-46D2-87B6-B241D074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45974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同名错误不等于同一根因；历史不能替当前报告发号施令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B35F83F9-F917-4A90-8870-9D4AC402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45974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来源 · Scope · 版本 · ACL</a:t>
            </a:r>
          </a:p>
        </p:txBody>
      </p:sp>
      <p:sp>
        <p:nvSpPr>
          <p:cNvPr id="81" name="矩形: 圆角 80">
            <a:extLst xmlns:a="http://schemas.openxmlformats.org/drawingml/2006/main">
              <a:ext uri="{FF2B5EF4-FFF2-40B4-BE49-F238E27FC236}">
                <a16:creationId xmlns:a16="http://schemas.microsoft.com/office/drawing/2014/main" id="{001F6FF1-3517-4D3A-ABC6-DE0EA79F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5407025"/>
            <a:ext cx="8763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66981A38-1429-4A2B-9F5A-404409A6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" y="54737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飞轮：repair-task.json、Failure Capsule 与 memory_decisions → 把 Repair Task 放进有停止条件的 Loop</a:t>
            </a:r>
          </a:p>
        </p:txBody>
      </p:sp>
    </p:spTree>
    <p:extLst>
      <p:ext uri="{BB962C8B-B14F-4D97-AF65-F5344CB8AC3E}">
        <p14:creationId xmlns:p14="http://schemas.microsoft.com/office/powerpoint/2010/main" val="5612127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04E8E9-5C7F-4A0B-ABC6-0A406DF2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L09 · 仓库落点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147F4A-696F-4FDE-978A-60C84F28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760"/>
              </a:lnSpc>
              <a:buNone/>
            </a:pPr>
            <a:r>
              <a:rPr sz="24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repair-task.json 是授权防火墙，不是摘要文件</a:t>
            </a:r>
            <a:endParaRPr sz="2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E9941A7-3BEA-4C8F-AE3B-6CAA362A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05010127-3782-4E28-9C51-2E5ACC1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66800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7D47B4F-91B2-413E-BB57-D0D920C1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PROJECT_TREE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B8C2932-F126-4C62-9B8F-D0CE7359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├─ repair-task.json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50D5F59-EFDE-40E1-8493-B45177EB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修复目标与写集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0DE79F8-709C-4B6E-A2BF-2BDECE0B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├─ report.json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8C4F656-DB40-4CE6-849B-41AB602D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194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当前失败事实来源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E62AB7A-E90C-45F6-AD2B-CFF47F80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├─ memory_refs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FAE433D-F92B-403F-9D91-7A340108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候选资产身份与版本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CAD0F94-2375-4000-B0E8-9D02F40A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├─ memory_decisions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16ABD63-19AB-4BC4-84C8-BB399BD2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052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采用、警告、拒绝理由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FD9E929-541B-4D6D-99FF-D3CB0A94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└─ failure_signature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2C61BD5-CDD7-41A7-B77F-894BE2D8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482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跨轮比较的稳定身份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F0D623D-328E-4722-9581-0A901718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19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B82331DA-75B9-4B48-A708-E2089FDB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976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20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COMMAND // python -X utf8 -m workbench.cli repair TASK-ID  ·  PROOF // 任务只含阻断项、允许写集、验证命令和报告引用</a:t>
            </a:r>
          </a:p>
        </p:txBody>
      </p:sp>
    </p:spTree>
    <p:extLst>
      <p:ext uri="{BB962C8B-B14F-4D97-AF65-F5344CB8AC3E}">
        <p14:creationId xmlns:p14="http://schemas.microsoft.com/office/powerpoint/2010/main" val="527565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DBCCE-80DA-46C1-BC6E-FB196EA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L09 · 验收矩阵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F2A29F-A48A-43AF-8F95-B425675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strong、weak、background 要分别 adopt、warn、reject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FB70D5-B428-4381-956B-039A8EC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733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每一行都改变一个可观察状态，并留下下一步所需证据。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870BE4-6AA6-41DB-A68D-9E5ED93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25F962-67E7-44F3-8EF5-2B688DA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对象 / 风险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40CA56F-3F41-4324-B9B4-9C72CB1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81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现场动作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A15EF28-2439-4AE7-9A73-01B3F2D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81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留下资产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19FE910-7CA5-4524-A642-CE85224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81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过关证据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A75824AA-E251-4CA8-9A58-68EEBE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E396E9E-6E27-436A-B3F1-464697E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BE94B10-E91B-48BA-938F-7FA9D91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FF18EB-D71E-4440-8471-97B6CE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长报告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C3C8C77-218D-4E6C-BAE6-1F7E527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Failure Capsule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77DAC8C-F998-494B-83EC-2B288B9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repair-task.json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93250A-6249-417F-A246-FD919AD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compact</a:t>
            </a: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86C1731-C85B-4FA3-A5ED-3E44F93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0478">
            <a:solidFill>
              <a:srgbClr val="FF5A6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E2D41B9-5852-4C6A-8636-D37D52C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EAE8AE4D-BEC5-4F8B-8943-227F5DC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DCD58B-4F3C-4285-A031-318DDC1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历史召回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A348BDF-2F08-4C8D-B246-374F63A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strong/weak/background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8B3ACB5-21F3-4799-9EEB-06827D2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report.json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EF9A81C-DE26-453E-A2A1-4B348FD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routing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8773DB77-737D-428C-A271-34CBCA0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D943CAB-3C46-4CA6-91A5-9202ED9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C5D2C84-029D-4FAF-ACAD-B8D803A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34F61C28-DC60-4B17-BF29-EB6972E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修复授权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452BA5D-1FEE-4B66-A7E2-373EDD2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write_set + non-goals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50BAA25-1832-4FA4-84B8-97430C3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memory_refs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9F474969-151A-4BD1-965C-227BF45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contract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08C28A8-EF01-4DB1-89F0-64C9602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421ABF1-8DF2-4B14-8D6B-7E7FACB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79810087-E95B-4976-8189-B04D446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CC72102-D087-4C94-80CF-B6D1C1F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验证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D2D98-8D81-4EAE-9222-90547A8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复用原报告入口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1CF562E4-5360-4E58-9719-BF62AAA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memory_decisions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5A6670A3-1F9C-4030-8928-08E4714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任务只含阻断项、允许写集、验证命令和报告引用</a:t>
            </a:r>
          </a:p>
        </p:txBody>
      </p:sp>
    </p:spTree>
    <p:extLst>
      <p:ext uri="{BB962C8B-B14F-4D97-AF65-F5344CB8AC3E}">
        <p14:creationId xmlns:p14="http://schemas.microsoft.com/office/powerpoint/2010/main" val="7598062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L09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修复者先看任务级合同，不能只拿一段报错自由发挥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真实项目：结构化 Spec、状态事件链与 Eval 证据共享同一个 Task ID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6806e19af44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74a1bd57445e6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41BC08-5D61-40A1-98D1-F2600CF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L09 · 阻断级验收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5A0A4F-C656-49BB-94A8-2509CE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observing 混入 scope 会制造越界修复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4CDEAD-63AB-4B62-90D8-B86CB04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91" y="148894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同一条规则必须用红灯和绿灯同时证明：先冻结当前失败，再决定历史经验 adopt、warn 或 reject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B4CF20-E93B-4121-B8EA-EA8C5B4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12C8D89-EC20-4183-8D75-1C2B6437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076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QUALITY GATE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4498A07D-346D-4481-8EE1-DAE381D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2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25E112-6698-4315-A4DC-00E73E7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5717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F22F415-E353-4516-AC3A-7232DD59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333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已知错误实现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76F03DD-48AB-4517-A3BD-E10A689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71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把 observing 和相似历史一
并塞给 Agent，导致越界修改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E7EA0EA-F663-44DB-AD3E-A36D704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229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失败后不变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026545D-3980-427A-B773-1996CB0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610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7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同名错误不等于同一根因；历史不能替当前报告发号施令</a:t>
            </a:r>
          </a:p>
        </p:txBody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F88547CD-01F1-4CB4-AA67-85DA3A3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543300"/>
            <a:ext cx="1000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88E2C37-60B0-4ABF-A70C-F7A9F9B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229947A-54AF-421C-BC69-5FDB678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2571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PASS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9D1BD19-CD60-4C20-9816-171A88A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333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 Harness 报告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000D149-0EFA-41F6-872D-5EE1C3E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714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5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任务只含阻断项、允许写集、验证命令和报告引用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CA92560-14DC-4599-928C-439B379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22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具名验收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6305971-15D4-4EF4-A044-B87047E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61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repair-task.json、Failure Ca…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F12E0E4-F414-47A0-9044-6B739EE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570" y="5429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只有 PASS + 证据 + 责任人才能进入下一状态</a:t>
            </a:r>
          </a:p>
        </p:txBody>
      </p:sp>
    </p:spTree>
    <p:extLst>
      <p:ext uri="{BB962C8B-B14F-4D97-AF65-F5344CB8AC3E}">
        <p14:creationId xmlns:p14="http://schemas.microsoft.com/office/powerpoint/2010/main" val="652257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99AA67-CE21-4B00-8222-B562A4EF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L09 · 责任交接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22D159-3DEA-4060-B4F8-3C06451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陌生修复者盲测，才知道任务是否真的可执行</a:t>
            </a:r>
            <a:endParaRPr sz="3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232DC4-36FC-491D-9833-0065D02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139C70E3-9411-4086-A208-EDA12B9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553A0C0-2141-4066-8E22-BDB837E8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07F32F1-495D-4A4D-9C48-C0A8166E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Agent / Codex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F357699-105D-4099-8AAA-AF24453E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764A5FCE-FA05-4D0C-84F4-77EBF461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427D402-8C23-4E1A-80B6-6B12B5C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理解上下文并执行 python -X utf8 -m workbench…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BCA02B5-8D84-43BC-A44B-EE0DDC9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BA01E53-3EAE-4F23-AEA3-3D100B6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越过：先冻结当前失败，再决定历史经验 adopt、war…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21D7BB11-E453-4B76-8C1C-C470FA4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574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236B350-1335-4920-BA80-9F216DDD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repair-task.json</a:t>
            </a: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4AE4A8EC-2BE8-4370-B283-AECE5E19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CB6EB17-EA51-4F76-9806-E4BE219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C37F5E77-32DD-4B37-B7DE-88E1F38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Eval / Harness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45B5A22-A6FF-4A01-A994-4CD48145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988FFA7-33E0-48A5-B41F-F8E8C241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18E55BB2-0842-46B6-A3D7-8948FF4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验证：任务只含阻断项、允许写集、验证命令和报告引用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5D2BF47C-2E34-432C-9C22-347F5C58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79FB1BFE-17C1-4676-A9D6-5453F36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为通过而降低断言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6326AB6-1ED3-4BA6-BA89-BF9E0D7A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1945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3D1675A-3787-4DC8-824F-68E04602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766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memory_refs</a:t>
            </a: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D5BF2E91-52CE-4830-9FA5-FBAC77F0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24C4EA3F-B149-40CE-A9F5-71D02D2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34CAA4E-A0F2-43FB-9B83-A5100A3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具名审核人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9F21E8-147F-485E-97C1-94437D46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3F95441-916B-47D0-BFBF-E97970E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728C24C0-78E6-4249-94EE-AF93721F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确认业务结果、权限与剩余风险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FDD170A-7708-4F63-A8FF-10F8D6F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DCD4CB6-F5C8-4A26-810D-CD3EE83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把最终责任交给模型</a:t>
            </a:r>
          </a:p>
        </p:txBody>
      </p:sp>
      <p:sp>
        <p:nvSpPr>
          <p:cNvPr id="67" name="圆角矩形 66">
            <a:extLst xmlns:a="http://schemas.openxmlformats.org/drawingml/2006/main">
              <a:ext uri="{FF2B5EF4-FFF2-40B4-BE49-F238E27FC236}">
                <a16:creationId xmlns:a16="http://schemas.microsoft.com/office/drawing/2014/main" id="{59EBEE09-19BE-40BC-817B-D7DEFD9A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815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CC489E74-D14C-4562-ADEC-93AC9A4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386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批准 / 打回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1F0DEDF2-4E95-4CAE-B701-ED2235AC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3E57FB9-2D67-40A8-AF8B-A3F4799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共同前提：同名错误不等于同一根因；历史不能替当前报告发号施令</a:t>
            </a:r>
          </a:p>
        </p:txBody>
      </p:sp>
    </p:spTree>
    <p:extLst>
      <p:ext uri="{BB962C8B-B14F-4D97-AF65-F5344CB8AC3E}">
        <p14:creationId xmlns:p14="http://schemas.microsoft.com/office/powerpoint/2010/main" val="103621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L09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被拒绝的历史也要留痕，成为下一轮检索负例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真实项目：修复者先看到任务级 Spec，不能只拿一段报错自由发挥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a5e05386f4c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590d57bdd49c3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13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2026-09-01T07:16:24.1360000Z</dcterms:created>
  <dcterms:modified xsi:type="dcterms:W3CDTF">2026-09-01T07:16:24.1360000Z</dcterms:modified>
</coreProperties>
</file>