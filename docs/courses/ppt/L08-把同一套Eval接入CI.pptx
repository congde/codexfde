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6095022b6422b" /><Relationship Type="http://schemas.openxmlformats.org/officeDocument/2006/relationships/extended-properties" Target="/docProps/app.xml" Id="R19bd47f9925b478a" /><Relationship Type="http://schemas.openxmlformats.org/officeDocument/2006/relationships/officeDocument" Target="/ppt/presentation.xml" Id="R87a49bcac88345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815121b864c90"/>
  </p:sldMasterIdLst>
  <p:notesMasterIdLst>
    <p:notesMasterId xmlns:r="http://schemas.openxmlformats.org/officeDocument/2006/relationships" r:id="R492d7701958340d0"/>
  </p:notesMasterIdLst>
  <p:sldIdLst>
    <p:sldId xmlns:r="http://schemas.openxmlformats.org/officeDocument/2006/relationships" id="256" r:id="Rc92c8df5239a403a"/>
    <p:sldId xmlns:r="http://schemas.openxmlformats.org/officeDocument/2006/relationships" id="257" r:id="Rd77dcc08307446b6"/>
    <p:sldId xmlns:r="http://schemas.openxmlformats.org/officeDocument/2006/relationships" id="258" r:id="Rcc7d971f81cc469b"/>
    <p:sldId xmlns:r="http://schemas.openxmlformats.org/officeDocument/2006/relationships" id="259" r:id="Rd3db5aad8bc74bb8"/>
    <p:sldId xmlns:r="http://schemas.openxmlformats.org/officeDocument/2006/relationships" id="260" r:id="Re9e71fbdfef24d11"/>
    <p:sldId xmlns:r="http://schemas.openxmlformats.org/officeDocument/2006/relationships" id="261" r:id="R4d17449f390142ac"/>
    <p:sldId xmlns:r="http://schemas.openxmlformats.org/officeDocument/2006/relationships" id="262" r:id="Rb5a5a0713be641a2"/>
    <p:sldId xmlns:r="http://schemas.openxmlformats.org/officeDocument/2006/relationships" id="263" r:id="R0a6511d64abb4d83"/>
    <p:sldId xmlns:r="http://schemas.openxmlformats.org/officeDocument/2006/relationships" id="264" r:id="Rc778d9baa63246ba"/>
    <p:sldId xmlns:r="http://schemas.openxmlformats.org/officeDocument/2006/relationships" id="265" r:id="Ra78d01cfc3c34db8"/>
    <p:sldId xmlns:r="http://schemas.openxmlformats.org/officeDocument/2006/relationships" id="266" r:id="R75e96bfec8da4e3e"/>
    <p:sldId xmlns:r="http://schemas.openxmlformats.org/officeDocument/2006/relationships" id="267" r:id="R3f2c79b478c34b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5d33e172314fa1" /><Relationship Type="http://schemas.openxmlformats.org/officeDocument/2006/relationships/slideMaster" Target="/ppt/slideMasters/slideMaster1.xml" Id="R970815121b864c90" /><Relationship Type="http://schemas.openxmlformats.org/officeDocument/2006/relationships/notesMaster" Target="/ppt/notesMasters/notesMaster1.xml" Id="R492d7701958340d0" /><Relationship Type="http://schemas.openxmlformats.org/officeDocument/2006/relationships/presProps" Target="/ppt/presProps.xml" Id="R9c79bb8520444c6e" /><Relationship Type="http://schemas.openxmlformats.org/officeDocument/2006/relationships/viewProps" Target="/ppt/viewProps.xml" Id="R96b925445f6b4e11" /><Relationship Type="http://schemas.openxmlformats.org/officeDocument/2006/relationships/tableStyles" Target="/ppt/tableStyles.xml" Id="R996077d4b59641b4" /><Relationship Type="http://schemas.openxmlformats.org/officeDocument/2006/relationships/slide" Target="/ppt/slides/slide1.xml" Id="Rc92c8df5239a403a" /><Relationship Type="http://schemas.openxmlformats.org/officeDocument/2006/relationships/slide" Target="/ppt/slides/slide2.xml" Id="Rd77dcc08307446b6" /><Relationship Type="http://schemas.openxmlformats.org/officeDocument/2006/relationships/slide" Target="/ppt/slides/slide3.xml" Id="Rcc7d971f81cc469b" /><Relationship Type="http://schemas.openxmlformats.org/officeDocument/2006/relationships/slide" Target="/ppt/slides/slide4.xml" Id="Rd3db5aad8bc74bb8" /><Relationship Type="http://schemas.openxmlformats.org/officeDocument/2006/relationships/slide" Target="/ppt/slides/slide5.xml" Id="Re9e71fbdfef24d11" /><Relationship Type="http://schemas.openxmlformats.org/officeDocument/2006/relationships/slide" Target="/ppt/slides/slide6.xml" Id="R4d17449f390142ac" /><Relationship Type="http://schemas.openxmlformats.org/officeDocument/2006/relationships/slide" Target="/ppt/slides/slide7.xml" Id="Rb5a5a0713be641a2" /><Relationship Type="http://schemas.openxmlformats.org/officeDocument/2006/relationships/slide" Target="/ppt/slides/slide8.xml" Id="R0a6511d64abb4d83" /><Relationship Type="http://schemas.openxmlformats.org/officeDocument/2006/relationships/slide" Target="/ppt/slides/slide9.xml" Id="Rc778d9baa63246ba" /><Relationship Type="http://schemas.openxmlformats.org/officeDocument/2006/relationships/slide" Target="/ppt/slides/slide10.xml" Id="Ra78d01cfc3c34db8" /><Relationship Type="http://schemas.openxmlformats.org/officeDocument/2006/relationships/slide" Target="/ppt/slides/slide11.xml" Id="R75e96bfec8da4e3e" /><Relationship Type="http://schemas.openxmlformats.org/officeDocument/2006/relationships/slide" Target="/ppt/slides/slide12.xml" Id="R3f2c79b478c34b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e307b411747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9290fe5414343" /><Relationship Type="http://schemas.openxmlformats.org/officeDocument/2006/relationships/notesMaster" Target="/ppt/notesMasters/notesMaster1.xml" Id="R1a67d67dfac944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cbf7e13c15486d" /><Relationship Type="http://schemas.openxmlformats.org/officeDocument/2006/relationships/notesMaster" Target="/ppt/notesMasters/notesMaster1.xml" Id="R634d931c124545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89dac779d4c3a" /><Relationship Type="http://schemas.openxmlformats.org/officeDocument/2006/relationships/notesMaster" Target="/ppt/notesMasters/notesMaster1.xml" Id="R70eccb6923c848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240f47cee742aa" /><Relationship Type="http://schemas.openxmlformats.org/officeDocument/2006/relationships/notesMaster" Target="/ppt/notesMasters/notesMaster1.xml" Id="Rd777b596b2b946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c48463991e4850" /><Relationship Type="http://schemas.openxmlformats.org/officeDocument/2006/relationships/notesMaster" Target="/ppt/notesMasters/notesMaster1.xml" Id="R489de2507b664b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77097204834aee" /><Relationship Type="http://schemas.openxmlformats.org/officeDocument/2006/relationships/notesMaster" Target="/ppt/notesMasters/notesMaster1.xml" Id="R0a21381c8c324d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580a6ccca4d88" /><Relationship Type="http://schemas.openxmlformats.org/officeDocument/2006/relationships/notesMaster" Target="/ppt/notesMasters/notesMaster1.xml" Id="R7230ac539b3444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be8fd114c34041" /><Relationship Type="http://schemas.openxmlformats.org/officeDocument/2006/relationships/notesMaster" Target="/ppt/notesMasters/notesMaster1.xml" Id="R1c479311f82c4e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4aefdfa04e4afe" /><Relationship Type="http://schemas.openxmlformats.org/officeDocument/2006/relationships/notesMaster" Target="/ppt/notesMasters/notesMaster1.xml" Id="R5178033d102545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e3fa4dbb0a4341" /><Relationship Type="http://schemas.openxmlformats.org/officeDocument/2006/relationships/notesMaster" Target="/ppt/notesMasters/notesMaster1.xml" Id="R721d5968e94340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74a3ca3ddb4473" /><Relationship Type="http://schemas.openxmlformats.org/officeDocument/2006/relationships/notesMaster" Target="/ppt/notesMasters/notesMaster1.xml" Id="R36de99c49bf640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e21e5bf5044042" /><Relationship Type="http://schemas.openxmlformats.org/officeDocument/2006/relationships/notesMaster" Target="/ppt/notesMasters/notesMaster1.xml" Id="Rf31f51fb0cc2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本页判断：把同一套 Eval 接入 CI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本页判断：远程报告必须保留和本地相同的证据结构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D:\work\CodexFDE\docs\courses\assets\web-09-delivery-evidence-fixed.png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本页判断：本地全绿，只证明作者机器得到过一次结果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本页判断：CI 要复用同一命令，不重新发明判断标准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本页判断：Workflow 的关键不是 YAML，而是证据永远能落盘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本页判断：测试先失败时，报告仍要用 always 上传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本页判断：红色 Artifact 必须保留具体 Eval，而不是只留 job failed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D:\work\CodexFDE\docs\courses\assets\web-09-delivery-evidence-fixed.png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本页判断：Run ID、commit SHA 与报告哈希必须绑定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本页判断：远程复验记录要能被陌生评审者下载重查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本页判断：权限、依赖固定与供应链风险必须写进验收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课堂类型：CI 尸检</a:t>
            </a:r>
          </a:p>
          <a:p xmlns:a="http://schemas.openxmlformats.org/drawingml/2006/main">
            <a:r>
              <a:t>本页判断：红色 Artifact 有事实，却没有给出修复授权</a:t>
            </a:r>
            <a:endParaRPr/>
          </a:p>
          <a:p xmlns:a="http://schemas.openxmlformats.org/drawingml/2006/main">
            <a:r>
              <a:t>课程主线：从一条红色 Run 反向还原 commit、命令、退出码、报告与 Artifact 的事实链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边界：绿色徽章不能替代可追溯报告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D:\work\CodexFDE\docs\courses\L08-把同一套Eval接入CI.md</a:t>
            </a:r>
          </a:p>
          <a:p xmlns:a="http://schemas.openxmlformats.org/drawingml/2006/main">
            <a:r>
              <a:t>- D:\work\CodexFDE\course\tasks\L08-CI远程复验.md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a590f4a9a4b6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c27e156d34c64" /><Relationship Type="http://schemas.openxmlformats.org/officeDocument/2006/relationships/slideLayout" Target="/ppt/slideLayouts/slideLayout1.xml" Id="R39cc35c9ac7d4f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cc35c9ac7d4fd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a3469c0dd41b9" /><Relationship Type="http://schemas.openxmlformats.org/officeDocument/2006/relationships/notesSlide" Target="/ppt/notesSlides/notesSlide1.xml" Id="R41067eec70b546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6ffd3291841bf" /><Relationship Type="http://schemas.openxmlformats.org/officeDocument/2006/relationships/image" Target="/ppt/media/image.png" Id="R1244720bbc1f4ca8" /><Relationship Type="http://schemas.openxmlformats.org/officeDocument/2006/relationships/image" Target="/ppt/media/image.jpeg" Id="Ra3aeb52c3fb247c7" /><Relationship Type="http://schemas.openxmlformats.org/officeDocument/2006/relationships/notesSlide" Target="/ppt/notesSlides/notesSlide2.xml" Id="R57fe743aaf1b42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a42a64d284d71" /><Relationship Type="http://schemas.openxmlformats.org/officeDocument/2006/relationships/notesSlide" Target="/ppt/notesSlides/notesSlide3.xml" Id="Rce8944293b3140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f268c67ae4963" /><Relationship Type="http://schemas.openxmlformats.org/officeDocument/2006/relationships/notesSlide" Target="/ppt/notesSlides/notesSlide4.xml" Id="R2db0ffee4c4845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e2c2b02744364" /><Relationship Type="http://schemas.openxmlformats.org/officeDocument/2006/relationships/notesSlide" Target="/ppt/notesSlides/notesSlide5.xml" Id="Rbc6ba66eb17c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b97d037334c20" /><Relationship Type="http://schemas.openxmlformats.org/officeDocument/2006/relationships/notesSlide" Target="/ppt/notesSlides/notesSlide6.xml" Id="R77fdb5f758594a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2cfa47594ece" /><Relationship Type="http://schemas.openxmlformats.org/officeDocument/2006/relationships/notesSlide" Target="/ppt/notesSlides/notesSlide7.xml" Id="R6e88f71e3d9f41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d5036f719404a" /><Relationship Type="http://schemas.openxmlformats.org/officeDocument/2006/relationships/image" Target="/ppt/media/image.png" Id="R0d347b7e23244a13" /><Relationship Type="http://schemas.openxmlformats.org/officeDocument/2006/relationships/image" Target="/ppt/media/image2.jpeg" Id="Re511e344aae6460f" /><Relationship Type="http://schemas.openxmlformats.org/officeDocument/2006/relationships/notesSlide" Target="/ppt/notesSlides/notesSlide8.xml" Id="Rc77933e49cc24b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4f3cc3a124863" /><Relationship Type="http://schemas.openxmlformats.org/officeDocument/2006/relationships/notesSlide" Target="/ppt/notesSlides/notesSlide9.xml" Id="R22b4c85c7d6a4a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26f9d4fff4d16" /><Relationship Type="http://schemas.openxmlformats.org/officeDocument/2006/relationships/notesSlide" Target="/ppt/notesSlides/notesSlide10.xml" Id="Rc4dd8569958d4a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5411359fb4eb9" /><Relationship Type="http://schemas.openxmlformats.org/officeDocument/2006/relationships/notesSlide" Target="/ppt/notesSlides/notesSlide11.xml" Id="R7459f4ab8e3f46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33a52f81f4495" /><Relationship Type="http://schemas.openxmlformats.org/officeDocument/2006/relationships/notesSlide" Target="/ppt/notesSlides/notesSlide12.xml" Id="R42cbc53562ee43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L08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把同一套 Eval 接入 CI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主线：从一条红色 Run 反向还原 commit、命令、退出码、报告与 Artifact 的事实链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L08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远程报告必须保留和本地相同的证据结构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修复后的交付证据同时显示任务、Eval 与状态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4720bbc1f4c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eb52c3fb247c7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L08 · CI 尸检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本地全绿，只证明作者机器得到过一次结果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裁决标准：无论成功失败都上传证据；Run、commit、报告哈希必须绑定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测试命令先退出，报告没有上传，却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被误读为全部通过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73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本页只解决一个冲突：测试命令先退出，报告没有上传，却被误读为全部通过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L08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红灯截图缺哪些身份信息？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失败时仍应归档什么？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不可信 Job 能持部署密钥吗？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课堂收件物：CI Run、Artifact 哈希与远程复验记录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852032-A021-4F55-913F-B886DA6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L08 · CI 尸检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AB5719-F6FC-4CC0-BCF6-F8B6123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CI 要复用同一命令，不重新发明判断标准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DD1BE3-33C7-45F2-A89B-C91E9AF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9364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本讲只推进一条因果链：从一条红色 Run 反向还原 commit、命令、退出码、报告与 Arti…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F87FEEC-F203-4923-BBC8-6F119232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6366A87-A0D9-4D94-8C89-91284D2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1287A0D3-03B4-4E49-A554-E0002938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DAD42D5-5553-46DB-84B6-0F44801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FBAB5A4-D4D3-4408-8772-B755244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固定运行环境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26F32B6-557D-4563-822A-6D8CB76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.github/workflows/e…</a:t>
            </a: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B514CE49-73E8-411D-818A-AEAB270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A58A8AD-577D-4388-BC03-A3E676A3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844F8EF-E6C5-4D5A-BF93-14F0CB05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复用本地命令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29338D4-4707-4C40-B7F1-937DCB0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无论成功失败都上传证据；Run、commit、…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55492032-5B43-4E83-BBBD-F3482C8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075929A-1DBB-4DD5-AEBE-93347C1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FA700BF-38F8-42DC-9B38-CAAD7201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65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无条件产出报告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41FFA9-49DD-48E6-9DA0-4EFEAC62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eval.harn…</a:t>
            </a:r>
          </a:p>
        </p:txBody>
      </p:sp>
      <p:sp>
        <p:nvSpPr>
          <p:cNvPr id="45" name="椭圆 44">
            <a:extLst xmlns:a="http://schemas.openxmlformats.org/drawingml/2006/main">
              <a:ext uri="{FF2B5EF4-FFF2-40B4-BE49-F238E27FC236}">
                <a16:creationId xmlns:a16="http://schemas.microsoft.com/office/drawing/2014/main" id="{1D705C8A-C173-47D8-B003-02F6940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83D81BD-FD29-462B-8051-263E786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224F56-0FA1-4BFB-BB96-770F5D9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26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绑定 commit SHA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7366A96-74DC-4DFF-A9F0-2AF86D49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远程退出码与 report.decision 一致，A…</a:t>
            </a:r>
          </a:p>
        </p:txBody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DFB56C47-EEDD-4499-A22B-C4B93E6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742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8121B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7D89F6C-2F54-4746-9A52-B9319F2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958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 → CI Run、Artifact 哈希与远程复验记录 ｜ 下一断点：把失败报告压缩成有边界的 Repair Task</a:t>
            </a:r>
          </a:p>
        </p:txBody>
      </p:sp>
    </p:spTree>
    <p:extLst>
      <p:ext uri="{BB962C8B-B14F-4D97-AF65-F5344CB8AC3E}">
        <p14:creationId xmlns:p14="http://schemas.microsoft.com/office/powerpoint/2010/main" val="1542297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D49DE0-15C9-4800-AF2B-52058D06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L08 · 可执行协议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1746CC-96E0-4943-BE9C-DE00939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8107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Workflow 的关键不是 YAML，而是证据永远能落盘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C778D5-6DF1-4DF0-941C-239FFE1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只认命令、状态和证据，不认模型自述。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1FBB94-A906-4AE2-A4F7-1E8A6F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BCEE04FB-4145-465C-B7FF-3B55827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440FDB9-80AC-454F-932B-F10EEFB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3A"/>
          </a:solidFill>
          <a:ln xmlns:a="http://schemas.openxmlformats.org/drawingml/2006/main" w="0">
            <a:solidFill>
              <a:srgbClr val="13293A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97999288-6600-4ABD-8B4D-E5E75FC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7603F459-86EC-47B2-B2FE-07DB5BB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E453BD9-2263-4E4F-9183-153BE604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77A0B9-F3F2-4650-8E49-2A0B3C8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l08_delivery.ps1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15866D8-3BCC-4B24-BCE1-89EF850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$ 01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1F1A215-0B08-48A6-BF4C-7742854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0DE25F6-6B93-44D7-9CE3-57CFF64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固定运行环境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DA684CC-9F73-4AF9-81AB-36A3D6A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$ 02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EA1332B-5F10-408F-ADA7-79EA6B9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EXECUTE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C6BB1D1-461B-4A7E-A5B5-D9E2CB0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0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eval.harness --suite blocking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2AA1072-F3B5-4931-BBF4-214A74C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$ 03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B32AF31-0897-4798-A1E5-9462289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VERIFY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D489B47-1F1A-4EDA-AA1B-65A49E5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67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远程退出码与 report.decision 一致，Artif…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E076DD-187B-4E37-831B-E915D2B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$ 04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F52BF3F-6B01-4ECA-AEF5-B42FA9C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993E269-7B99-406E-A2B7-EDA121C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33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把失败报告压缩成有边界的 Repair Task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9ABC7C1-A726-4053-BD01-A01CCA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E1B6931-113A-4E1C-80C6-71261DAC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一条链直接复现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E9DA1B5B-C67C-4999-9901-FEB0AEB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478CB23-86B0-414C-9BC7-F8C5EAF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可验证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851B205-91DF-4B69-AA6A-EE4ED9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可追踪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741C37D-9DEC-49A7-A998-28CE6BF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可移交</a:t>
            </a:r>
          </a:p>
        </p:txBody>
      </p:sp>
    </p:spTree>
    <p:extLst>
      <p:ext uri="{BB962C8B-B14F-4D97-AF65-F5344CB8AC3E}">
        <p14:creationId xmlns:p14="http://schemas.microsoft.com/office/powerpoint/2010/main" val="617415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L08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测试先失败时，报告仍要用 always 上传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同一条规则必须用红灯和绿灯同时证明：无论成功失败都上传证据；Run、commit、报告哈希必须绑定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测试命令先退出，报告没有上传，却被误
读为全部通过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绿色徽章不能替代可追溯报告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远程退出码与 report.decision 一致，Art…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CI Run、Artifact 哈希与远程复验记录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L08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红色 Artifact 必须保留具体 Eval，而不是只留 job failed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真实项目：统一 Harness 的逐项结果可以进入交付证据面，而不是只留终端绿字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47b7e2324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1e344aae6460f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L08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Run ID、commit SHA 与报告哈希必须绑定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本地全绿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远程同命令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.github/workflows/eval.yml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CI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日志证据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上传 Artifact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eval/harness.py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report.json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版本错配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绑定 SHA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report.json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run metadata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失败早退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always 上传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commit SHA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远程退出码与 report.decision 一致，Artifact 可下载复查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04E8E9-5C7F-4A0B-ABC6-0A406DF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L08 · 仓库落点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147F4A-696F-4FDE-978A-60C84F2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远程复验记录要能被陌生评审者下载重查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E9941A7-3BEA-4C8F-AE3B-6CAA362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5010127-3782-4E28-9C51-2E5ACC1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668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D47B4F-91B2-413E-BB57-D0D920C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PROJECT_TREE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B8C2932-F126-4C62-9B8F-D0CE7359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├─ .github/workflows/eval.yml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0D5F59-EFDE-40E1-8493-B45177E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远程复验编排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0DE79F8-709C-4B6E-A2BF-2BDECE0B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├─ eval/harness.py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8C4F656-DB40-4CE6-849B-41AB602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本地远程共用入口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E62AB7A-E90C-45F6-AD2B-CFF47F8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├─ report.json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FAE433D-F92B-403F-9D91-7A34010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无条件上传证据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CAD0F94-2375-4000-B0E8-9D02F40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├─ commit SHA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ABD63-19AB-4BC4-84C8-BB399BD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代码与报告绑定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FD9E929-541B-4D6D-99FF-D3CB0A9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└─ Artifact hash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2C61BD5-CDD7-41A7-B77F-894BE2D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下载后完整性复验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0D623D-328E-4722-9581-0A90171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82331DA-75B9-4B48-A708-E2089FD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COMMAND // python -X utf8 -m eval.harness --suite blocking  ·  PROOF // 远程退出码与 report.decision 一致，Artifact 可下载复查</a:t>
            </a:r>
          </a:p>
        </p:txBody>
      </p:sp>
    </p:spTree>
    <p:extLst>
      <p:ext uri="{BB962C8B-B14F-4D97-AF65-F5344CB8AC3E}">
        <p14:creationId xmlns:p14="http://schemas.microsoft.com/office/powerpoint/2010/main" val="527565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L08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权限、依赖固定与供应链风险必须写进验收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固定运行环境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复用本地命令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无条件产出报告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绑定 commit SHA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57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CI Run、Artifact 哈希与远程复验记录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eval.harness --su…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绿色徽章不能替代可追溯报告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2026-09-01T07:16:20.4670000Z</dcterms:created>
  <dcterms:modified xsi:type="dcterms:W3CDTF">2026-09-01T07:16:20.4670000Z</dcterms:modified>
</coreProperties>
</file>