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73958aa6a42eb" /><Relationship Type="http://schemas.openxmlformats.org/officeDocument/2006/relationships/extended-properties" Target="/docProps/app.xml" Id="R39eff8f2b0e340a0" /><Relationship Type="http://schemas.openxmlformats.org/officeDocument/2006/relationships/officeDocument" Target="/ppt/presentation.xml" Id="R35b038e0b22f41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743fdac8974bcd"/>
  </p:sldMasterIdLst>
  <p:notesMasterIdLst>
    <p:notesMasterId xmlns:r="http://schemas.openxmlformats.org/officeDocument/2006/relationships" r:id="Rdd77cb36d38e43e9"/>
  </p:notesMasterIdLst>
  <p:sldIdLst>
    <p:sldId xmlns:r="http://schemas.openxmlformats.org/officeDocument/2006/relationships" id="256" r:id="R38c2f42a067e4e9c"/>
    <p:sldId xmlns:r="http://schemas.openxmlformats.org/officeDocument/2006/relationships" id="257" r:id="Re8fb8bb546f74b59"/>
    <p:sldId xmlns:r="http://schemas.openxmlformats.org/officeDocument/2006/relationships" id="258" r:id="R9c3f0c1fff574f18"/>
    <p:sldId xmlns:r="http://schemas.openxmlformats.org/officeDocument/2006/relationships" id="259" r:id="R206fbe8866d14a55"/>
    <p:sldId xmlns:r="http://schemas.openxmlformats.org/officeDocument/2006/relationships" id="260" r:id="Ra39c41d6cbd040d7"/>
    <p:sldId xmlns:r="http://schemas.openxmlformats.org/officeDocument/2006/relationships" id="261" r:id="Raf8967f8d5864774"/>
    <p:sldId xmlns:r="http://schemas.openxmlformats.org/officeDocument/2006/relationships" id="262" r:id="R07e21f05961d4f53"/>
    <p:sldId xmlns:r="http://schemas.openxmlformats.org/officeDocument/2006/relationships" id="263" r:id="R94d61c68b7be43ec"/>
    <p:sldId xmlns:r="http://schemas.openxmlformats.org/officeDocument/2006/relationships" id="264" r:id="R6ea5f5f9752145e5"/>
    <p:sldId xmlns:r="http://schemas.openxmlformats.org/officeDocument/2006/relationships" id="265" r:id="Rd89772791ecc4932"/>
    <p:sldId xmlns:r="http://schemas.openxmlformats.org/officeDocument/2006/relationships" id="266" r:id="R269f19d5be3b4b33"/>
    <p:sldId xmlns:r="http://schemas.openxmlformats.org/officeDocument/2006/relationships" id="267" r:id="R46a88a1656224d99"/>
    <p:sldId xmlns:r="http://schemas.openxmlformats.org/officeDocument/2006/relationships" id="268" r:id="R09259bebdb9d49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f9335b5634341" /><Relationship Type="http://schemas.openxmlformats.org/officeDocument/2006/relationships/slideMaster" Target="/ppt/slideMasters/slideMaster1.xml" Id="Rac743fdac8974bcd" /><Relationship Type="http://schemas.openxmlformats.org/officeDocument/2006/relationships/notesMaster" Target="/ppt/notesMasters/notesMaster1.xml" Id="Rdd77cb36d38e43e9" /><Relationship Type="http://schemas.openxmlformats.org/officeDocument/2006/relationships/presProps" Target="/ppt/presProps.xml" Id="Rc6a183d38b71493f" /><Relationship Type="http://schemas.openxmlformats.org/officeDocument/2006/relationships/viewProps" Target="/ppt/viewProps.xml" Id="Rf938c69afbbd4be7" /><Relationship Type="http://schemas.openxmlformats.org/officeDocument/2006/relationships/tableStyles" Target="/ppt/tableStyles.xml" Id="Rb528234b811541d1" /><Relationship Type="http://schemas.openxmlformats.org/officeDocument/2006/relationships/slide" Target="/ppt/slides/slide1.xml" Id="R38c2f42a067e4e9c" /><Relationship Type="http://schemas.openxmlformats.org/officeDocument/2006/relationships/slide" Target="/ppt/slides/slide2.xml" Id="Re8fb8bb546f74b59" /><Relationship Type="http://schemas.openxmlformats.org/officeDocument/2006/relationships/slide" Target="/ppt/slides/slide3.xml" Id="R9c3f0c1fff574f18" /><Relationship Type="http://schemas.openxmlformats.org/officeDocument/2006/relationships/slide" Target="/ppt/slides/slide4.xml" Id="R206fbe8866d14a55" /><Relationship Type="http://schemas.openxmlformats.org/officeDocument/2006/relationships/slide" Target="/ppt/slides/slide5.xml" Id="Ra39c41d6cbd040d7" /><Relationship Type="http://schemas.openxmlformats.org/officeDocument/2006/relationships/slide" Target="/ppt/slides/slide6.xml" Id="Raf8967f8d5864774" /><Relationship Type="http://schemas.openxmlformats.org/officeDocument/2006/relationships/slide" Target="/ppt/slides/slide7.xml" Id="R07e21f05961d4f53" /><Relationship Type="http://schemas.openxmlformats.org/officeDocument/2006/relationships/slide" Target="/ppt/slides/slide8.xml" Id="R94d61c68b7be43ec" /><Relationship Type="http://schemas.openxmlformats.org/officeDocument/2006/relationships/slide" Target="/ppt/slides/slide9.xml" Id="R6ea5f5f9752145e5" /><Relationship Type="http://schemas.openxmlformats.org/officeDocument/2006/relationships/slide" Target="/ppt/slides/slide10.xml" Id="Rd89772791ecc4932" /><Relationship Type="http://schemas.openxmlformats.org/officeDocument/2006/relationships/slide" Target="/ppt/slides/slide11.xml" Id="R269f19d5be3b4b33" /><Relationship Type="http://schemas.openxmlformats.org/officeDocument/2006/relationships/slide" Target="/ppt/slides/slide12.xml" Id="R46a88a1656224d99" /><Relationship Type="http://schemas.openxmlformats.org/officeDocument/2006/relationships/slide" Target="/ppt/slides/slide13.xml" Id="R09259bebdb9d49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dfe7c95f344f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4073fdf7c440dd" /><Relationship Type="http://schemas.openxmlformats.org/officeDocument/2006/relationships/notesMaster" Target="/ppt/notesMasters/notesMaster1.xml" Id="Rd74266de2b3044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409028933453d" /><Relationship Type="http://schemas.openxmlformats.org/officeDocument/2006/relationships/notesMaster" Target="/ppt/notesMasters/notesMaster1.xml" Id="Re2d236ca1202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7a7965a6f9482b" /><Relationship Type="http://schemas.openxmlformats.org/officeDocument/2006/relationships/notesMaster" Target="/ppt/notesMasters/notesMaster1.xml" Id="R156e9a60ad5d48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765dfb13ab4658" /><Relationship Type="http://schemas.openxmlformats.org/officeDocument/2006/relationships/notesMaster" Target="/ppt/notesMasters/notesMaster1.xml" Id="R701aea331c644f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08390b607348dd" /><Relationship Type="http://schemas.openxmlformats.org/officeDocument/2006/relationships/notesMaster" Target="/ppt/notesMasters/notesMaster1.xml" Id="R4a65b1a2002141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7a939055244cd" /><Relationship Type="http://schemas.openxmlformats.org/officeDocument/2006/relationships/notesMaster" Target="/ppt/notesMasters/notesMaster1.xml" Id="Rfe0eced9af3543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5657ab3c194e36" /><Relationship Type="http://schemas.openxmlformats.org/officeDocument/2006/relationships/notesMaster" Target="/ppt/notesMasters/notesMaster1.xml" Id="R57b323cc17ab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db5d0ae25849d7" /><Relationship Type="http://schemas.openxmlformats.org/officeDocument/2006/relationships/notesMaster" Target="/ppt/notesMasters/notesMaster1.xml" Id="R03feb982354f49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9cf33b8a764fb7" /><Relationship Type="http://schemas.openxmlformats.org/officeDocument/2006/relationships/notesMaster" Target="/ppt/notesMasters/notesMaster1.xml" Id="Ra144fb55f7dc48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cf21dd112f4f12" /><Relationship Type="http://schemas.openxmlformats.org/officeDocument/2006/relationships/notesMaster" Target="/ppt/notesMasters/notesMaster1.xml" Id="R2896dd45786248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4fd4f241be4fe4" /><Relationship Type="http://schemas.openxmlformats.org/officeDocument/2006/relationships/notesMaster" Target="/ppt/notesMasters/notesMaster1.xml" Id="R1048c0e6362044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6727da60614be0" /><Relationship Type="http://schemas.openxmlformats.org/officeDocument/2006/relationships/notesMaster" Target="/ppt/notesMasters/notesMaster1.xml" Id="R3638f0be789b44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ff648084024caf" /><Relationship Type="http://schemas.openxmlformats.org/officeDocument/2006/relationships/notesMaster" Target="/ppt/notesMasters/notesMaster1.xml" Id="R1068d1153613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本页判断：用 Eval Harness 汇总证据和等级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本页判断：先看控制台：逐条证据比总分更重要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D:\work\CodexFDE\docs\courses\assets\web-07-delivery-evidence.png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本页判断：测试很多，仍可能得不出可执行的放行结论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本页判断：Harness 是运行控制面，Eval 只是其中的质量仪器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本页判断：blocking 与 observing 的差别在决策后果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本页判断：十七项检查共享同一列结构和证据口径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D:\work\CodexFDE\docs\courses\assets\web-09-delivery-evidence-fixed.png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本页判断：decision、blocking 数量与退出码必须三角一致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本页判断：裁决必须进入事件链，而不只停在报告文件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D:\work\CodexFDE\docs\courses\assets\web-24-delivery-blocking-eval.png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本页判断：Memory 验收看后序任务改善，不看召回率虚荣指标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本页判断：Harness 判结果，但不替 Agent 编根因故事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本页判断：Hook、CI、Loop 和 Graph 只复用同一报告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课堂类型：质量控制台</a:t>
            </a:r>
          </a:p>
          <a:p xmlns:a="http://schemas.openxmlformats.org/drawingml/2006/main">
            <a:r>
              <a:t>本页判断：唯一入口已经存在，人和 Agent 仍可能忘记运行</a:t>
            </a:r>
            <a:endParaRPr/>
          </a:p>
          <a:p xmlns:a="http://schemas.openxmlformats.org/drawingml/2006/main">
            <a:r>
              <a:t>课程主线：把多个 Eval 汇成唯一决策、唯一退出码和可复用报告，同时测出 Memory 的负迁移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eval.harness --suite blocking</a:t>
            </a:r>
          </a:p>
          <a:p xmlns:a="http://schemas.openxmlformats.org/drawingml/2006/main">
            <a:r>
              <a:t>边界：Memory 不能用召回率验收，必须看后序任务是否改善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D:\work\CodexFDE\docs\courses\L06-用Harness汇总证据和等级.md</a:t>
            </a:r>
          </a:p>
          <a:p xmlns:a="http://schemas.openxmlformats.org/drawingml/2006/main">
            <a:r>
              <a:t>- D:\work\CodexFDE\course\tasks\L06-Harness证据汇总.md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d2767446b472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65efd89ece4a81" /><Relationship Type="http://schemas.openxmlformats.org/officeDocument/2006/relationships/slideLayout" Target="/ppt/slideLayouts/slideLayout1.xml" Id="Readf7ece9c2746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f7ece9c27469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87f6620d3433c" /><Relationship Type="http://schemas.openxmlformats.org/officeDocument/2006/relationships/notesSlide" Target="/ppt/notesSlides/notesSlide1.xml" Id="R8fef1f2b26df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23c0f26034977" /><Relationship Type="http://schemas.openxmlformats.org/officeDocument/2006/relationships/image" Target="/ppt/media/image.png" Id="R98ea7e6ae3b6432a" /><Relationship Type="http://schemas.openxmlformats.org/officeDocument/2006/relationships/image" Target="/ppt/media/image.jpeg" Id="Rdd63e0410fd74b5b" /><Relationship Type="http://schemas.openxmlformats.org/officeDocument/2006/relationships/notesSlide" Target="/ppt/notesSlides/notesSlide2.xml" Id="R83c300bd414449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45cbf2c6747dc" /><Relationship Type="http://schemas.openxmlformats.org/officeDocument/2006/relationships/notesSlide" Target="/ppt/notesSlides/notesSlide3.xml" Id="R97abe1e2434e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a3d66e20e44b1" /><Relationship Type="http://schemas.openxmlformats.org/officeDocument/2006/relationships/notesSlide" Target="/ppt/notesSlides/notesSlide4.xml" Id="Rb064db9fd26648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02804395c4375" /><Relationship Type="http://schemas.openxmlformats.org/officeDocument/2006/relationships/notesSlide" Target="/ppt/notesSlides/notesSlide5.xml" Id="R597033243a4f4b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2a738c1e543c9" /><Relationship Type="http://schemas.openxmlformats.org/officeDocument/2006/relationships/notesSlide" Target="/ppt/notesSlides/notesSlide6.xml" Id="R742a78532a0b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7d61ee7d443f" /><Relationship Type="http://schemas.openxmlformats.org/officeDocument/2006/relationships/image" Target="/ppt/media/image.png" Id="R4d61bc4c49c04908" /><Relationship Type="http://schemas.openxmlformats.org/officeDocument/2006/relationships/image" Target="/ppt/media/image2.jpeg" Id="Re207b17f185e4d2f" /><Relationship Type="http://schemas.openxmlformats.org/officeDocument/2006/relationships/notesSlide" Target="/ppt/notesSlides/notesSlide7.xml" Id="R23adce4f5d514c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84f5fccd444fc" /><Relationship Type="http://schemas.openxmlformats.org/officeDocument/2006/relationships/notesSlide" Target="/ppt/notesSlides/notesSlide8.xml" Id="R3537fdfc2a994d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54ae82934e98" /><Relationship Type="http://schemas.openxmlformats.org/officeDocument/2006/relationships/image" Target="/ppt/media/image.png" Id="R0fec702b4aab4863" /><Relationship Type="http://schemas.openxmlformats.org/officeDocument/2006/relationships/image" Target="/ppt/media/image3.jpeg" Id="Rf686280c2a86455b" /><Relationship Type="http://schemas.openxmlformats.org/officeDocument/2006/relationships/notesSlide" Target="/ppt/notesSlides/notesSlide9.xml" Id="R1d6d82dca1374f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a155fec0b41e0" /><Relationship Type="http://schemas.openxmlformats.org/officeDocument/2006/relationships/notesSlide" Target="/ppt/notesSlides/notesSlide10.xml" Id="Rcb754f5d60204c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a16b7ba9341eb" /><Relationship Type="http://schemas.openxmlformats.org/officeDocument/2006/relationships/notesSlide" Target="/ppt/notesSlides/notesSlide11.xml" Id="Re63e6dcc6e2844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e1284e682494f" /><Relationship Type="http://schemas.openxmlformats.org/officeDocument/2006/relationships/notesSlide" Target="/ppt/notesSlides/notesSlide12.xml" Id="R57e60b9ff45448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9b5a94c184cc0" /><Relationship Type="http://schemas.openxmlformats.org/officeDocument/2006/relationships/notesSlide" Target="/ppt/notesSlides/notesSlide13.xml" Id="R186c1cec06f143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L06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用 Eval Harness 汇总证据和等级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主线：把多个 Eval 汇成唯一决策、唯一退出码和可复用报告，同时测出 Memory 的负迁移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先看控制台：逐条证据比总分更重要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工作台证据区域展示可追溯的 Eval 结果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a7e6ae3b643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3e0410fd74b5b"/>
          <a:stretch xmlns:a="http://schemas.openxmlformats.org/drawingml/2006/main"/>
        </p:blipFill>
        <p:spPr>
          <a:xfrm xmlns:a="http://schemas.openxmlformats.org/drawingml/2006/main">
            <a:off x="4784773" y="1897052"/>
            <a:ext cx="2742723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L06 · 质量控制台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测试很多，仍可能得不出可执行的放行结论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裁决标准：decision、blocking 数量和退出码必须一致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observing 波动被误设为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阻断，或报告失败但进程退出 0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73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本页只解决一个冲突：observing 波动被误设为阻断，或报告失败但进程退出 0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L06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blocking / observing 怎样退出？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异常或报告失败能算通过吗？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哪些字段必须稳定复用？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课堂收件物：版本化 Harness JSON 与 Memory 后序任务对照指标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L06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Harness 是运行控制面，Eval 只是其中的质量仪器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eval/harness.py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python -X utf8 -m eval.harness --suite blocking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decision、blocking 数量和退出码必须一致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Memory 不能用召回率验收，必须看后序任务是否改善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飞轮：版本化 Harness JSON 与 Memory 后序任务对照指标 → 把同一裁决入口接到本地 Stop Hook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L06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blocking 与 observing 的差别在决策后果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散落命令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一个 suite 入口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eval/harness.py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harness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等级混乱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blocking/observing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eval/cases.py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severity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文本日志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版本化 JSON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report.json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report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Memory 效果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看负迁移与首轮通过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tests/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17 项阻断检查通过且报告可被 Hook、CI、Loop 复用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十七项检查共享同一列结构和证据口径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真实项目：研发交付页逐条展示 Harness 结果与直接证据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1bc4c49c0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7b17f185e4d2f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L06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decision、blocking 数量与退出码必须三角一致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同一条规则必须用红灯和绿灯同时证明：decision、blocking 数量和退出码必须一致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observing 波动被误设为阻断
，或报告失败但进程退出 0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18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Memory 不能用召回率验收，必须看后序任务是否改善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86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17 项阻断检查通过且报告可被 Hook、CI、Loop …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版本化 Harness JSON 与 Memory 后…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L06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裁决必须进入事件链，而不只停在报告文件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真实项目：当前基线的 Blocking Eval 共享统一列结构和证据口径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c702b4aab4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6280c2a86455b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D42DCE-FD8E-4045-8CEF-2EEA084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L06 · 决策指标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848F9C-06AA-4D93-916A-41E959B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EC5CC7-B8B4-4AA3-9FA2-CA803CA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Memory 验收看后序任务改善，不看召回率虚荣指标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AC742FA4-3C0A-4C08-B711-F566A60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9AB0E40-F1C5-4014-A5B0-A4A41B6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B9FD2E8-B495-408E-B029-AD9AB77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MAINLINE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E8CD2FE-DB77-4E48-A52F-AAD7D46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只追一宗业务事件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AB42990A-F80F-4974-979C-7C505D8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7EB72AD-A058-4062-A0B5-1FB1256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F2C0F19-BC21-49AB-9D5A-D223EBE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FAILURE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5B3CC2-A128-401F-A81C-15790EF0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必须真实变红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35EA8C45-DA55-4CF4-BA82-BF929965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540CB37-A025-4533-AE1D-6C56E97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E537D25-9C9A-448D-9252-445C58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COMMAND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FFB09CA-E0C4-49E3-94C4-C49C5A8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统一入口复验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82A6B3CC-E580-4BB9-A583-C1D37AF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D0401C7-12B3-4CC3-A1F0-1C032F8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7AABE81-3366-45B7-8F2D-01B0B6B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E29B2D9-04FE-44F8-899C-8B6988A8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具名交接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E4226C8-83C2-457C-A611-9A2BB98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本讲完成回路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FBC22C7-DA8B-4815-8670-39D761F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AF81C41-71F7-4EB3-9035-B532C3EF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课前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EBD115C-403E-4939-B96A-7D91CEB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observing 波动被误设为阻断，或报告失…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794CDFC-9E42-47B9-A80E-1A19087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课中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210898C-55C2-48D5-9CA7-A1798ED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python -X utf8 -m eval.…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4A9904C-EF3D-4EB8-8F93-995EB80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课后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DC18A30-4CCF-4C72-A0BF-EB93FA6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63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版本化 Harness JSON 与 Memo…</a:t>
            </a:r>
          </a:p>
        </p:txBody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B5B40FC4-7C48-468D-B389-CEAF3EC3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A729A36-AA74-4B1D-9AF1-AFF90203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指标只服务一个判断：Harness 的核心是统一裁决口径，不是再造一个测试框架</a:t>
            </a:r>
          </a:p>
        </p:txBody>
      </p:sp>
    </p:spTree>
    <p:extLst>
      <p:ext uri="{BB962C8B-B14F-4D97-AF65-F5344CB8AC3E}">
        <p14:creationId xmlns:p14="http://schemas.microsoft.com/office/powerpoint/2010/main" val="998384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L06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Harness 判结果，但不替 Agent 编根因故事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eval.harn…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越过：decision、blocking 数量和退出码必…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eval/harness.py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验证：17 项阻断检查通过且报告可被 Hook、CI、Loop …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report.json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共同前提：Memory 不能用召回率验收，必须看后序任务是否改善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L06 · 收件物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287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Hook、CI、Loop 和 Graph 只复用同一报告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eval/harness.py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聚合、等级与退出码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SOURCE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eval/cases.py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可独立运行的评测案例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STATE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report.json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权威机器证据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tests/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基础回归来源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EVIDENCE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memory_usage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帮助、无影响、负迁移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最终交付：版本化 Harness JSON 与 Memory 后序任务对照指标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2026-09-01T07:16:13.9760000Z</dcterms:created>
  <dcterms:modified xsi:type="dcterms:W3CDTF">2026-09-01T07:16:13.9760000Z</dcterms:modified>
</coreProperties>
</file>