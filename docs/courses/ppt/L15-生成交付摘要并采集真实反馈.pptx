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3f0da6d5d24fa7" /><Relationship Type="http://schemas.openxmlformats.org/officeDocument/2006/relationships/extended-properties" Target="/docProps/app.xml" Id="R36426c728a154735" /><Relationship Type="http://schemas.openxmlformats.org/officeDocument/2006/relationships/officeDocument" Target="/ppt/presentation.xml" Id="Raec1cca115694a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4c7a3c0f4452f"/>
  </p:sldMasterIdLst>
  <p:notesMasterIdLst>
    <p:notesMasterId xmlns:r="http://schemas.openxmlformats.org/officeDocument/2006/relationships" r:id="Rb262ccc5d256422f"/>
  </p:notesMasterIdLst>
  <p:sldIdLst>
    <p:sldId xmlns:r="http://schemas.openxmlformats.org/officeDocument/2006/relationships" id="256" r:id="R82238bc2e528441e"/>
    <p:sldId xmlns:r="http://schemas.openxmlformats.org/officeDocument/2006/relationships" id="257" r:id="R57ded3425a404acc"/>
    <p:sldId xmlns:r="http://schemas.openxmlformats.org/officeDocument/2006/relationships" id="258" r:id="R78fda6754ab14f62"/>
    <p:sldId xmlns:r="http://schemas.openxmlformats.org/officeDocument/2006/relationships" id="259" r:id="R2a60b82c86884d36"/>
    <p:sldId xmlns:r="http://schemas.openxmlformats.org/officeDocument/2006/relationships" id="260" r:id="R9e0e2f44de284be9"/>
    <p:sldId xmlns:r="http://schemas.openxmlformats.org/officeDocument/2006/relationships" id="261" r:id="R3b2d5140454841e0"/>
    <p:sldId xmlns:r="http://schemas.openxmlformats.org/officeDocument/2006/relationships" id="262" r:id="R691478be1fba4702"/>
    <p:sldId xmlns:r="http://schemas.openxmlformats.org/officeDocument/2006/relationships" id="263" r:id="R3673ad913d8d4045"/>
    <p:sldId xmlns:r="http://schemas.openxmlformats.org/officeDocument/2006/relationships" id="264" r:id="R0a2b3878298c4ba8"/>
    <p:sldId xmlns:r="http://schemas.openxmlformats.org/officeDocument/2006/relationships" id="265" r:id="Rb52f136b74a24bc6"/>
    <p:sldId xmlns:r="http://schemas.openxmlformats.org/officeDocument/2006/relationships" id="266" r:id="Ra13db63230ac4646"/>
    <p:sldId xmlns:r="http://schemas.openxmlformats.org/officeDocument/2006/relationships" id="267" r:id="R2c26dcd44f7e4584"/>
    <p:sldId xmlns:r="http://schemas.openxmlformats.org/officeDocument/2006/relationships" id="268" r:id="R500d68bad6434462"/>
    <p:sldId xmlns:r="http://schemas.openxmlformats.org/officeDocument/2006/relationships" id="269" r:id="R1aaf180cad624e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c4f9898a84982" /><Relationship Type="http://schemas.openxmlformats.org/officeDocument/2006/relationships/slideMaster" Target="/ppt/slideMasters/slideMaster1.xml" Id="Reee4c7a3c0f4452f" /><Relationship Type="http://schemas.openxmlformats.org/officeDocument/2006/relationships/notesMaster" Target="/ppt/notesMasters/notesMaster1.xml" Id="Rb262ccc5d256422f" /><Relationship Type="http://schemas.openxmlformats.org/officeDocument/2006/relationships/presProps" Target="/ppt/presProps.xml" Id="Ra3f23a02c6124ed6" /><Relationship Type="http://schemas.openxmlformats.org/officeDocument/2006/relationships/viewProps" Target="/ppt/viewProps.xml" Id="R28369baecfbc41d8" /><Relationship Type="http://schemas.openxmlformats.org/officeDocument/2006/relationships/tableStyles" Target="/ppt/tableStyles.xml" Id="R9ac095d3ce774b60" /><Relationship Type="http://schemas.openxmlformats.org/officeDocument/2006/relationships/slide" Target="/ppt/slides/slide1.xml" Id="R82238bc2e528441e" /><Relationship Type="http://schemas.openxmlformats.org/officeDocument/2006/relationships/slide" Target="/ppt/slides/slide2.xml" Id="R57ded3425a404acc" /><Relationship Type="http://schemas.openxmlformats.org/officeDocument/2006/relationships/slide" Target="/ppt/slides/slide3.xml" Id="R78fda6754ab14f62" /><Relationship Type="http://schemas.openxmlformats.org/officeDocument/2006/relationships/slide" Target="/ppt/slides/slide4.xml" Id="R2a60b82c86884d36" /><Relationship Type="http://schemas.openxmlformats.org/officeDocument/2006/relationships/slide" Target="/ppt/slides/slide5.xml" Id="R9e0e2f44de284be9" /><Relationship Type="http://schemas.openxmlformats.org/officeDocument/2006/relationships/slide" Target="/ppt/slides/slide6.xml" Id="R3b2d5140454841e0" /><Relationship Type="http://schemas.openxmlformats.org/officeDocument/2006/relationships/slide" Target="/ppt/slides/slide7.xml" Id="R691478be1fba4702" /><Relationship Type="http://schemas.openxmlformats.org/officeDocument/2006/relationships/slide" Target="/ppt/slides/slide8.xml" Id="R3673ad913d8d4045" /><Relationship Type="http://schemas.openxmlformats.org/officeDocument/2006/relationships/slide" Target="/ppt/slides/slide9.xml" Id="R0a2b3878298c4ba8" /><Relationship Type="http://schemas.openxmlformats.org/officeDocument/2006/relationships/slide" Target="/ppt/slides/slide10.xml" Id="Rb52f136b74a24bc6" /><Relationship Type="http://schemas.openxmlformats.org/officeDocument/2006/relationships/slide" Target="/ppt/slides/slide11.xml" Id="Ra13db63230ac4646" /><Relationship Type="http://schemas.openxmlformats.org/officeDocument/2006/relationships/slide" Target="/ppt/slides/slide12.xml" Id="R2c26dcd44f7e4584" /><Relationship Type="http://schemas.openxmlformats.org/officeDocument/2006/relationships/slide" Target="/ppt/slides/slide13.xml" Id="R500d68bad6434462" /><Relationship Type="http://schemas.openxmlformats.org/officeDocument/2006/relationships/slide" Target="/ppt/slides/slide14.xml" Id="R1aaf180cad62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255b2c7f5b4b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54de3dddd74c67" /><Relationship Type="http://schemas.openxmlformats.org/officeDocument/2006/relationships/notesMaster" Target="/ppt/notesMasters/notesMaster1.xml" Id="R21591a9812134f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1f42f545fc4531" /><Relationship Type="http://schemas.openxmlformats.org/officeDocument/2006/relationships/notesMaster" Target="/ppt/notesMasters/notesMaster1.xml" Id="Rc3842795134543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da0850c014351" /><Relationship Type="http://schemas.openxmlformats.org/officeDocument/2006/relationships/notesMaster" Target="/ppt/notesMasters/notesMaster1.xml" Id="R951564486f604a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50c1a31fab4453" /><Relationship Type="http://schemas.openxmlformats.org/officeDocument/2006/relationships/notesMaster" Target="/ppt/notesMasters/notesMaster1.xml" Id="Rff341787b77f4e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9e9b422a84571" /><Relationship Type="http://schemas.openxmlformats.org/officeDocument/2006/relationships/notesMaster" Target="/ppt/notesMasters/notesMaster1.xml" Id="Rd39106467fdd4c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c7b33a5d5e47fb" /><Relationship Type="http://schemas.openxmlformats.org/officeDocument/2006/relationships/notesMaster" Target="/ppt/notesMasters/notesMaster1.xml" Id="R095a88e6c3d74d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14c671c52e414d" /><Relationship Type="http://schemas.openxmlformats.org/officeDocument/2006/relationships/notesMaster" Target="/ppt/notesMasters/notesMaster1.xml" Id="R38e39655fc2f45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901c63498649c4" /><Relationship Type="http://schemas.openxmlformats.org/officeDocument/2006/relationships/notesMaster" Target="/ppt/notesMasters/notesMaster1.xml" Id="R8ca77ab21f6048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34f47e518f4e81" /><Relationship Type="http://schemas.openxmlformats.org/officeDocument/2006/relationships/notesMaster" Target="/ppt/notesMasters/notesMaster1.xml" Id="Rcd58f100ab6143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5db85a3cc846a3" /><Relationship Type="http://schemas.openxmlformats.org/officeDocument/2006/relationships/notesMaster" Target="/ppt/notesMasters/notesMaster1.xml" Id="Rb6847380159743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42c685d5a04ed0" /><Relationship Type="http://schemas.openxmlformats.org/officeDocument/2006/relationships/notesMaster" Target="/ppt/notesMasters/notesMaster1.xml" Id="R6a455a403c8440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603991a7f44b40" /><Relationship Type="http://schemas.openxmlformats.org/officeDocument/2006/relationships/notesMaster" Target="/ppt/notesMasters/notesMaster1.xml" Id="R55b26fb567e645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a6cef6da244ccc" /><Relationship Type="http://schemas.openxmlformats.org/officeDocument/2006/relationships/notesMaster" Target="/ppt/notesMasters/notesMaster1.xml" Id="R5df3ff78b9a94c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2885067ef643c8" /><Relationship Type="http://schemas.openxmlformats.org/officeDocument/2006/relationships/notesMaster" Target="/ppt/notesMasters/notesMaster1.xml" Id="Rde561ad9cb384e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本页判断：生成交付摘要并采集真实反馈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本页判断：原始观察默认进入待审核反馈，不直接改规则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D:\work\CodexFDE\docs\courses\assets\web-27-delivery-evolution-record.png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本页判断：一句‘不好用’可能改变 ERP，也可能只暴露工作台缺陷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本页判断：具名接受只代表进入验证，不代表经验已发布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D:\work\CodexFDE\docs\courses\assets\web-08-feedback-pending.png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本页判断：自进化的最小单位是一条 Evolution Record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本页判断：Feedback、EVO、Memory Asset 与 Bundle 必须是四个身份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本页判断：反馈审核池与交付审核必须分离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D:\work\CodexFDE\docs\courses\assets\web-11-feedback-accepted.png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本页判断：完整属于资产池，相关才属于当前 Context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本页判断：EVO 证据卡把两次具名决定放回同一因果链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D:\work\CodexFDE\docs\courses\assets\web-25-delivery-human-gate.png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本页判断：adopt、warn、reject 都要记录理由与版本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本页判断：系统可以学习，但不能自行篡改裁判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本页判断：重复、隐私、删除请求与负迁移要进入治理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课堂类型：反馈评审会</a:t>
            </a:r>
          </a:p>
          <a:p xmlns:a="http://schemas.openxmlformats.org/drawingml/2006/main">
            <a:r>
              <a:t>本页判断：闭环在作者电脑上成立，还不能叫交付</a:t>
            </a:r>
            <a:endParaRPr/>
          </a:p>
          <a:p xmlns:a="http://schemas.openxmlformats.org/drawingml/2006/main">
            <a:r>
              <a:t>课程主线：把页面缺陷拆成事实、解释、EVO 决策、Memory 发布与下一任务 Context Bundle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workbench.feedback summary</a:t>
            </a:r>
          </a:p>
          <a:p xmlns:a="http://schemas.openxmlformats.org/drawingml/2006/main">
            <a:r>
              <a:t>边界：当前代码实现到 EVO verified；通用 Memory Router 是挑战线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D:\work\CodexFDE\docs\courses\L15-生成交付摘要并采集真实反馈.md</a:t>
            </a:r>
          </a:p>
          <a:p xmlns:a="http://schemas.openxmlformats.org/drawingml/2006/main">
            <a:r>
              <a:t>- D:\work\CodexFDE\course\tasks\L15-摘要与反馈.md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1a268bb704c1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d596d014ea4a9a" /><Relationship Type="http://schemas.openxmlformats.org/officeDocument/2006/relationships/slideLayout" Target="/ppt/slideLayouts/slideLayout1.xml" Id="R8a3704aaade04c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3704aaade04cc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c3fc548ce485a" /><Relationship Type="http://schemas.openxmlformats.org/officeDocument/2006/relationships/notesSlide" Target="/ppt/notesSlides/notesSlide1.xml" Id="R362a50885041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88abc5d9840b1" /><Relationship Type="http://schemas.openxmlformats.org/officeDocument/2006/relationships/image" Target="/ppt/media/image.png" Id="Rb16fd30c8939418d" /><Relationship Type="http://schemas.openxmlformats.org/officeDocument/2006/relationships/image" Target="/ppt/media/image.jpeg" Id="Re8c9f98b60d641a3" /><Relationship Type="http://schemas.openxmlformats.org/officeDocument/2006/relationships/notesSlide" Target="/ppt/notesSlides/notesSlide2.xml" Id="R8db43890711943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2c2a7c44c4160" /><Relationship Type="http://schemas.openxmlformats.org/officeDocument/2006/relationships/notesSlide" Target="/ppt/notesSlides/notesSlide3.xml" Id="R243a8c8265084b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76c31ff804f7a" /><Relationship Type="http://schemas.openxmlformats.org/officeDocument/2006/relationships/notesSlide" Target="/ppt/notesSlides/notesSlide4.xml" Id="Raf4446898e574f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535207f824d75" /><Relationship Type="http://schemas.openxmlformats.org/officeDocument/2006/relationships/image" Target="/ppt/media/image.png" Id="R535f186940184546" /><Relationship Type="http://schemas.openxmlformats.org/officeDocument/2006/relationships/image" Target="/ppt/media/image2.jpeg" Id="R4344de3607d94cf6" /><Relationship Type="http://schemas.openxmlformats.org/officeDocument/2006/relationships/notesSlide" Target="/ppt/notesSlides/notesSlide5.xml" Id="R9f9ed630dd66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311b46ad2402c" /><Relationship Type="http://schemas.openxmlformats.org/officeDocument/2006/relationships/notesSlide" Target="/ppt/notesSlides/notesSlide6.xml" Id="R558a29bb1b0c40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29ab68a4a41f6" /><Relationship Type="http://schemas.openxmlformats.org/officeDocument/2006/relationships/notesSlide" Target="/ppt/notesSlides/notesSlide7.xml" Id="Rd5430e33fb9e41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f63378b55470b" /><Relationship Type="http://schemas.openxmlformats.org/officeDocument/2006/relationships/image" Target="/ppt/media/image.png" Id="R6d8d177fc7b64432" /><Relationship Type="http://schemas.openxmlformats.org/officeDocument/2006/relationships/image" Target="/ppt/media/image3.jpeg" Id="R2007ae22e1ff48a3" /><Relationship Type="http://schemas.openxmlformats.org/officeDocument/2006/relationships/notesSlide" Target="/ppt/notesSlides/notesSlide8.xml" Id="Rfffea81ab4c148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c5f389cc140f5" /><Relationship Type="http://schemas.openxmlformats.org/officeDocument/2006/relationships/notesSlide" Target="/ppt/notesSlides/notesSlide9.xml" Id="R1fb90d77a5314e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2c59821434b5a" /><Relationship Type="http://schemas.openxmlformats.org/officeDocument/2006/relationships/image" Target="/ppt/media/image.png" Id="R2e77cd6314cf4864" /><Relationship Type="http://schemas.openxmlformats.org/officeDocument/2006/relationships/image" Target="/ppt/media/image4.jpeg" Id="R12495260d8ae484f" /><Relationship Type="http://schemas.openxmlformats.org/officeDocument/2006/relationships/notesSlide" Target="/ppt/notesSlides/notesSlide10.xml" Id="R81c82ea4aa204e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7d1de369444f3" /><Relationship Type="http://schemas.openxmlformats.org/officeDocument/2006/relationships/notesSlide" Target="/ppt/notesSlides/notesSlide11.xml" Id="Rfc878f22f2cc48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873089e2f402e" /><Relationship Type="http://schemas.openxmlformats.org/officeDocument/2006/relationships/notesSlide" Target="/ppt/notesSlides/notesSlide12.xml" Id="R89cb187b3e3847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99415db114542" /><Relationship Type="http://schemas.openxmlformats.org/officeDocument/2006/relationships/notesSlide" Target="/ppt/notesSlides/notesSlide13.xml" Id="R93c38dfa854d4f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4ecf78cc946f6" /><Relationship Type="http://schemas.openxmlformats.org/officeDocument/2006/relationships/notesSlide" Target="/ppt/notesSlides/notesSlide14.xml" Id="R740fe26966a54e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L15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生成交付摘要并采集真实反馈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主线：把页面缺陷拆成事实、解释、EVO 决策、Memory 发布与下一任务 Context Bundle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L15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原始观察默认进入待审核反馈，不直接改规则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工作台把真实反馈记录为待判定的演化输入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fd30c8939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9f98b60d641a3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L15 · 反馈评审会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一句‘不好用’可能改变 ERP，也可能只暴露工作台缺陷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裁决标准：Feedback、EVO、Memory Asset 和 Context Bundle 四层身份分离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原始反馈直接变 blocking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，EVO verified 后又自动广播成 Skill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928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本页只解决一个冲突：原始反馈直接变 blocking，EVO verified 后又自动广播成 Skill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L15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原话、解释、待复现怎样区分？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accepted 能自动 blocking 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源 Task 能为自己自证吗？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课堂收件物：交付摘要、EVO、Memory Asset 卡与 Bundle 合同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L15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具名接受只代表进入验证，不代表经验已发布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Web：缺陷被提交为待审核反馈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f186940184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4de3607d94cf6"/>
          <a:stretch xmlns:a="http://schemas.openxmlformats.org/drawingml/2006/main"/>
        </p:blipFill>
        <p:spPr>
          <a:xfrm xmlns:a="http://schemas.openxmlformats.org/drawingml/2006/main">
            <a:off x="4729037" y="1897052"/>
            <a:ext cx="2854195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24C0B59-1AE4-4A55-A3CA-11786270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L15 · 反馈评审会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EAC7C3-EE11-4DA9-88D8-50FF34B9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50" y="108775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990"/>
              </a:lnSpc>
              <a:buNone/>
            </a:pPr>
            <a:r>
              <a:rPr sz="26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自进化的最小单位是一条 Evolution Record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3115D57-7201-4403-AA3A-513D7FF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B0B9AA0-BF74-45AE-BDBE-E4EA9DC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513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648D2C5F-BD1C-4C00-AAB1-BB4163E0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732009C0-8F48-4469-96EF-FB0BB710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Feedback 待审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3C4F4CE-C197-4DBE-BF20-D2F02FD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FB-*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FA571A7-CBB9-43C7-8999-07DED083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5A6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CA39F7E-69E5-456E-977A-8C965B8B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复现后决定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A7A9109-6D6C-44DE-92B5-A34A6C5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EVO-*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03A22F6-B8E1-4F96-9A76-A948C29F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5C8D0D7-42D7-4893-8BF0-B321943D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原子 Memory Asset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8B023A-06DF-4DB8-AFAC-BFBFF80A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scope/version</a:t>
            </a:r>
          </a:p>
        </p:txBody>
      </p:sp>
      <p:sp>
        <p:nvSpPr>
          <p:cNvPr id="46" name="椭圆 45">
            <a:extLst xmlns:a="http://schemas.openxmlformats.org/drawingml/2006/main">
              <a:ext uri="{FF2B5EF4-FFF2-40B4-BE49-F238E27FC236}">
                <a16:creationId xmlns:a16="http://schemas.microsoft.com/office/drawing/2014/main" id="{6C62559B-C59E-4948-A484-14F517D7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885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39FFB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B0BF075-3CB9-44FC-AFC7-145BEB5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948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可审计 Bundle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BE91A4-7AF5-47DA-8710-6F0CFE9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6428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include/exclude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31892934-0B38-4EE6-8536-2021A0D7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9105"/>
            <a:ext cx="9144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066E113-6158-47D1-B3A6-ACF137A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0245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结业判定：独立 Task 通过 Blocking 与具名验收后 EVO 才能 verified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1E2DFA7-2BFE-4766-BE73-0AB2E3C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320" y="439293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不是概念清单，而是同一事件连续形成的可验收版本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696D0DA-D9CE-4C65-9BAD-675A89A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486918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V0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29A59F63-1DE5-499D-B401-23C3EEF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836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CONTRACT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CB8FF3B-45ED-4B26-9BB4-0DFE19D1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V1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00C44A94-EE1E-4D43-A4CF-FD47DC3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CONTROL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E67DF79-64F2-4CDF-A25A-C86D42B7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V2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F4C0797-E3C2-4F4B-969B-5A1125C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REPAIR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6B24EB8-E5FC-4ABF-A982-4E4E76FD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V3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E1B35615-95B7-49EE-82D3-D76A134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3155"/>
            <a:ext cx="923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56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OPERATE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25FF185-A2B0-456E-992C-2C7394B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735580"/>
            <a:ext cx="942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5622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主线不断档：把页面缺陷拆成事实、解释、EVO 决策、Memory 发布与下一任务 Context …</a:t>
            </a:r>
          </a:p>
        </p:txBody>
      </p:sp>
    </p:spTree>
    <p:extLst>
      <p:ext uri="{BB962C8B-B14F-4D97-AF65-F5344CB8AC3E}">
        <p14:creationId xmlns:p14="http://schemas.microsoft.com/office/powerpoint/2010/main" val="312736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L15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Feedback、EVO、Memory Asset 与 Bundle 必须是四个身份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控制先于自动化：当前代码实现到 EVO verified；通用 Memory Router 是挑战线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698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升级版本化资产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feedback.json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当前代码实现到 EVO verified；通用 Memor…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95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evolution.json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Feedback、EVO、Memory Asset 和 Context Bundle 四层身份分离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25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关闭原会话，用第三项任务验证经验继承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L15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反馈审核池与交付审核必须分离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Web：缺陷修复并复验后，反馈由具名审核人接受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d177fc7b64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7ae22e1ff48a3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26F9A0-B29F-4E0A-9987-CB512D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L15 · 系统边界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A6901-7757-4A21-8884-ABA304E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完整属于资产池，相关才属于当前 Context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54054-2851-4FF3-AE49-1F89FCA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2DEAC58F-0354-4825-B9C1-0E84624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4200"/>
            <a:ext cx="10287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0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D8AF188-9F4C-4A9A-B9E4-86D37EE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025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3FE1FC5-803D-44ED-9219-00D4AFC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006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 / 读什么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BACE3E8-319F-4AA9-BFA5-1D3532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006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当前事实、版本、来源与排除理由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A9068E2-6346-4315-A9A4-CDB10EF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0066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feedback.json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404E979-229A-427A-8D30-66B651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25781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4A76E1A-21F1-413E-8E7D-8A4A6D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673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08EAB27-1832-47B1-A140-F3FC1CE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65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EXECUTION / 做什么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9F9CE4D-04EA-4E1B-868F-855FD9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65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Agent 只执行有 Schema、有授权的动作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724FA20-5883-4AE4-B559-AC49B0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654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python -X utf8 -m workbench.feedback summary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8B81F2A-0452-4660-BCDA-CCD1AAF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225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566812C-BD40-4B82-856B-7E8A2AE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3210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2EF9B48-1E26-4F2B-A4B7-0EEC2B5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020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CONTROL / 何时停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EFB4FB9-DED8-453F-9918-5E8497C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302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Feedback、EVO、Memory Asset 和 Context Bundle 四层身份分离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F3E4D23-C3B1-4B2D-82EB-2AE7C58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302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Harness · Loop · Graph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50EE3BD-7C9F-4187-BC12-B87757E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87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1049FDCD-5A54-4155-86A6-E5004DB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96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B10852D4-6CC0-4D12-AF49-B3C786D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497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CONNECTION / 接什么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A5D6F81-19D3-406F-87DD-52C321F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949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MCP 负责连接，Tool 负责一次动作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7B22C23-93C2-44CD-8CD2-A133C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9497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MCP · Tools · Router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898851A-737E-492B-BE80-F5FCF9B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5212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F2F0ED34-2E85-4587-A8A6-EF2453A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46164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4D16ED1-6EB8-45C6-9AAF-D290B12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59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MEMORY / 继承什么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326985-E61B-46D2-87B6-B241D0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45974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当前代码实现到 EVO verified；通用 Memory Router 是挑战线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35F83F9-F917-4A90-8870-9D4AC40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974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来源 · Scope · 版本 · ACL</a:t>
            </a:r>
          </a:p>
        </p:txBody>
      </p:sp>
      <p:sp>
        <p:nvSpPr>
          <p:cNvPr id="81" name="矩形: 圆角 80">
            <a:extLst xmlns:a="http://schemas.openxmlformats.org/drawingml/2006/main">
              <a:ext uri="{FF2B5EF4-FFF2-40B4-BE49-F238E27FC236}">
                <a16:creationId xmlns:a16="http://schemas.microsoft.com/office/drawing/2014/main" id="{001F6FF1-3517-4D3A-ABC6-DE0EA79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5407025"/>
            <a:ext cx="876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6981A38-1429-4A2B-9F5A-404409A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5473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飞轮：交付摘要、EVO、Memory Asset 卡与 Bundle 合同 → 关闭原会话，用第三项任务验证经验继承</a:t>
            </a:r>
          </a:p>
        </p:txBody>
      </p:sp>
    </p:spTree>
    <p:extLst>
      <p:ext uri="{BB962C8B-B14F-4D97-AF65-F5344CB8AC3E}">
        <p14:creationId xmlns:p14="http://schemas.microsoft.com/office/powerpoint/2010/main" val="561212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L15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EVO 证据卡把两次具名决定放回同一因果链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真实 Web：Eval 证据之后才出现结构化反馈表单，反馈审核池与交付审核分离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7cd6314cf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95260d8ae484f"/>
          <a:stretch xmlns:a="http://schemas.openxmlformats.org/drawingml/2006/main"/>
        </p:blipFill>
        <p:spPr>
          <a:xfrm xmlns:a="http://schemas.openxmlformats.org/drawingml/2006/main">
            <a:off x="1911574" y="1897052"/>
            <a:ext cx="8489122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L15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adopt、warn、reject 都要记录理由与版本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聊天意见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Feedback 待审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feedback.json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FB-*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接受反馈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复现后决定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evolution.json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EVO-*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经验发布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原子 Memory Asset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Memory Asset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scope/version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下一任务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可审计 Bundle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Context Bundle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Task 通过 Blocking 与具名验收后 EVO 才能 verified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L15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系统可以学习，但不能自行篡改裁判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workbench…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越过：Feedback、EVO、Memory Asset…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feedback.json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验证：独立 Task 通过 Blocking 与具名验收后 EV…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Memory Asset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共同前提：当前代码实现到 EVO verified；通用 Memory Router 是挑战线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CC39F9-06BD-4D9E-8547-6BB8C833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L15 · 现场验收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2E65F8-BBBD-4F59-87CE-099D71C3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重复、隐私、删除请求与负迁移要进入治理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E3434E-39A1-49C3-AFBA-3F091516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1BDD3D7F-1DDE-490F-918D-ECD843C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715125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4111CB2-8C76-44C5-A778-C30CD86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CHECK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5258C7E-E891-4356-AE97-7E3346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19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C705395-FE40-4557-951A-0D577B51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采集原始 Feedback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EB5E61C-A042-4A03-8E89-49B7706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1D7A947-CDE6-4E19-83D8-72C9C2F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复现并具名分类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00C0765-7C68-431F-9A41-591FE4B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[✓]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11A5CFA-B687-4774-800C-DA127E6E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升级版本化资产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B5936CF-014D-4BC8-94E0-F48E413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[+]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6F9721-6923-4803-8ECB-4D73EA4C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独立任务验证 EVO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BE6521D-D235-463F-AA4A-26D339DD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790319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6F3120C-733D-429A-A39E-BBC00AF1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33319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61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交付摘要、EVO、Memory Asset 卡与 Bu…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B0BE1F0-AC1F-4607-9D4C-7C70FF1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476244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必须现场运行、记录退出码并保留失败后状态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9137D3F-C9D6-45DE-A5CC-512F90F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069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0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课末 10 分钟抽查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87E721-5D62-4094-871B-E09D861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09669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命令 → python -X utf8 -m workbench.feedbac…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49A5FC80-82A3-46C5-9EFA-5744EB8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6869"/>
            <a:ext cx="3524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0A12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6190CC5-B394-483D-A8AF-533286C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119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不通过 → 当前代码实现到 EVO verified；通用 Memory Ro…</a:t>
            </a:r>
          </a:p>
        </p:txBody>
      </p:sp>
    </p:spTree>
    <p:extLst>
      <p:ext uri="{BB962C8B-B14F-4D97-AF65-F5344CB8AC3E}">
        <p14:creationId xmlns:p14="http://schemas.microsoft.com/office/powerpoint/2010/main" val="210514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14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2026-09-01T07:16:46.8600000Z</dcterms:created>
  <dcterms:modified xsi:type="dcterms:W3CDTF">2026-09-01T07:16:46.8600000Z</dcterms:modified>
</coreProperties>
</file>