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59c85391d348b9" /><Relationship Type="http://schemas.openxmlformats.org/officeDocument/2006/relationships/extended-properties" Target="/docProps/app.xml" Id="R6ece7f29c2df4b19" /><Relationship Type="http://schemas.openxmlformats.org/officeDocument/2006/relationships/officeDocument" Target="/ppt/presentation.xml" Id="R9b5b9114a4fa4d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dadd9b922d468a"/>
  </p:sldMasterIdLst>
  <p:notesMasterIdLst>
    <p:notesMasterId xmlns:r="http://schemas.openxmlformats.org/officeDocument/2006/relationships" r:id="R94c8ff6243684e96"/>
  </p:notesMasterIdLst>
  <p:sldIdLst>
    <p:sldId xmlns:r="http://schemas.openxmlformats.org/officeDocument/2006/relationships" id="256" r:id="Rffd4ab428add41d6"/>
    <p:sldId xmlns:r="http://schemas.openxmlformats.org/officeDocument/2006/relationships" id="257" r:id="R280ac7bb17f84d5c"/>
    <p:sldId xmlns:r="http://schemas.openxmlformats.org/officeDocument/2006/relationships" id="258" r:id="R309951daeafe44a1"/>
    <p:sldId xmlns:r="http://schemas.openxmlformats.org/officeDocument/2006/relationships" id="259" r:id="R3db8e70f76774b0a"/>
    <p:sldId xmlns:r="http://schemas.openxmlformats.org/officeDocument/2006/relationships" id="260" r:id="R457794a680f648b8"/>
    <p:sldId xmlns:r="http://schemas.openxmlformats.org/officeDocument/2006/relationships" id="261" r:id="Rd553b619064740d7"/>
    <p:sldId xmlns:r="http://schemas.openxmlformats.org/officeDocument/2006/relationships" id="262" r:id="Rb2fa86e6661a40ae"/>
    <p:sldId xmlns:r="http://schemas.openxmlformats.org/officeDocument/2006/relationships" id="263" r:id="Rb735810aefa44d1a"/>
    <p:sldId xmlns:r="http://schemas.openxmlformats.org/officeDocument/2006/relationships" id="264" r:id="R5574f55597fb48a4"/>
    <p:sldId xmlns:r="http://schemas.openxmlformats.org/officeDocument/2006/relationships" id="265" r:id="R8ab9476c2edf4b7f"/>
    <p:sldId xmlns:r="http://schemas.openxmlformats.org/officeDocument/2006/relationships" id="266" r:id="R0e36e6ea9acc4600"/>
    <p:sldId xmlns:r="http://schemas.openxmlformats.org/officeDocument/2006/relationships" id="267" r:id="R185750f5097f4129"/>
    <p:sldId xmlns:r="http://schemas.openxmlformats.org/officeDocument/2006/relationships" id="268" r:id="R60a4f17556fa42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2df67cced14f48" /><Relationship Type="http://schemas.openxmlformats.org/officeDocument/2006/relationships/slideMaster" Target="/ppt/slideMasters/slideMaster1.xml" Id="R56dadd9b922d468a" /><Relationship Type="http://schemas.openxmlformats.org/officeDocument/2006/relationships/notesMaster" Target="/ppt/notesMasters/notesMaster1.xml" Id="R94c8ff6243684e96" /><Relationship Type="http://schemas.openxmlformats.org/officeDocument/2006/relationships/presProps" Target="/ppt/presProps.xml" Id="R193f1c38f2274cb1" /><Relationship Type="http://schemas.openxmlformats.org/officeDocument/2006/relationships/viewProps" Target="/ppt/viewProps.xml" Id="R37272cc87d334e15" /><Relationship Type="http://schemas.openxmlformats.org/officeDocument/2006/relationships/tableStyles" Target="/ppt/tableStyles.xml" Id="Rdf39535b38814626" /><Relationship Type="http://schemas.openxmlformats.org/officeDocument/2006/relationships/slide" Target="/ppt/slides/slide1.xml" Id="Rffd4ab428add41d6" /><Relationship Type="http://schemas.openxmlformats.org/officeDocument/2006/relationships/slide" Target="/ppt/slides/slide2.xml" Id="R280ac7bb17f84d5c" /><Relationship Type="http://schemas.openxmlformats.org/officeDocument/2006/relationships/slide" Target="/ppt/slides/slide3.xml" Id="R309951daeafe44a1" /><Relationship Type="http://schemas.openxmlformats.org/officeDocument/2006/relationships/slide" Target="/ppt/slides/slide4.xml" Id="R3db8e70f76774b0a" /><Relationship Type="http://schemas.openxmlformats.org/officeDocument/2006/relationships/slide" Target="/ppt/slides/slide5.xml" Id="R457794a680f648b8" /><Relationship Type="http://schemas.openxmlformats.org/officeDocument/2006/relationships/slide" Target="/ppt/slides/slide6.xml" Id="Rd553b619064740d7" /><Relationship Type="http://schemas.openxmlformats.org/officeDocument/2006/relationships/slide" Target="/ppt/slides/slide7.xml" Id="Rb2fa86e6661a40ae" /><Relationship Type="http://schemas.openxmlformats.org/officeDocument/2006/relationships/slide" Target="/ppt/slides/slide8.xml" Id="Rb735810aefa44d1a" /><Relationship Type="http://schemas.openxmlformats.org/officeDocument/2006/relationships/slide" Target="/ppt/slides/slide9.xml" Id="R5574f55597fb48a4" /><Relationship Type="http://schemas.openxmlformats.org/officeDocument/2006/relationships/slide" Target="/ppt/slides/slide10.xml" Id="R8ab9476c2edf4b7f" /><Relationship Type="http://schemas.openxmlformats.org/officeDocument/2006/relationships/slide" Target="/ppt/slides/slide11.xml" Id="R0e36e6ea9acc4600" /><Relationship Type="http://schemas.openxmlformats.org/officeDocument/2006/relationships/slide" Target="/ppt/slides/slide12.xml" Id="R185750f5097f4129" /><Relationship Type="http://schemas.openxmlformats.org/officeDocument/2006/relationships/slide" Target="/ppt/slides/slide13.xml" Id="R60a4f17556fa42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d8e6cbf31a49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8f570b01184f2e" /><Relationship Type="http://schemas.openxmlformats.org/officeDocument/2006/relationships/notesMaster" Target="/ppt/notesMasters/notesMaster1.xml" Id="Rc21da678008246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ae95bcc642439b" /><Relationship Type="http://schemas.openxmlformats.org/officeDocument/2006/relationships/notesMaster" Target="/ppt/notesMasters/notesMaster1.xml" Id="R08db606d236241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3e7e3043f440ba" /><Relationship Type="http://schemas.openxmlformats.org/officeDocument/2006/relationships/notesMaster" Target="/ppt/notesMasters/notesMaster1.xml" Id="R8edf3fe5cbd144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4028ba6471452a" /><Relationship Type="http://schemas.openxmlformats.org/officeDocument/2006/relationships/notesMaster" Target="/ppt/notesMasters/notesMaster1.xml" Id="R7f9889be786b41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b80fa7672145ff" /><Relationship Type="http://schemas.openxmlformats.org/officeDocument/2006/relationships/notesMaster" Target="/ppt/notesMasters/notesMaster1.xml" Id="R9fc71ca3bd7b49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45c9ce11f44874" /><Relationship Type="http://schemas.openxmlformats.org/officeDocument/2006/relationships/notesMaster" Target="/ppt/notesMasters/notesMaster1.xml" Id="R63a7e3c9005b42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7393664f7c4fc4" /><Relationship Type="http://schemas.openxmlformats.org/officeDocument/2006/relationships/notesMaster" Target="/ppt/notesMasters/notesMaster1.xml" Id="Rc69540a20e974f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1945e1bd6d497f" /><Relationship Type="http://schemas.openxmlformats.org/officeDocument/2006/relationships/notesMaster" Target="/ppt/notesMasters/notesMaster1.xml" Id="R6f645f07b8c244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c1754e95384553" /><Relationship Type="http://schemas.openxmlformats.org/officeDocument/2006/relationships/notesMaster" Target="/ppt/notesMasters/notesMaster1.xml" Id="Rc4ae0103a0a64f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0a2ef49b1640e0" /><Relationship Type="http://schemas.openxmlformats.org/officeDocument/2006/relationships/notesMaster" Target="/ppt/notesMasters/notesMaster1.xml" Id="R1362ae1d89494d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1bd753daac4b1c" /><Relationship Type="http://schemas.openxmlformats.org/officeDocument/2006/relationships/notesMaster" Target="/ppt/notesMasters/notesMaster1.xml" Id="R59e148d446634a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b54ad9d135429c" /><Relationship Type="http://schemas.openxmlformats.org/officeDocument/2006/relationships/notesMaster" Target="/ppt/notesMasters/notesMaster1.xml" Id="R26e9836396b74b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1b6af2f1674899" /><Relationship Type="http://schemas.openxmlformats.org/officeDocument/2006/relationships/notesMaster" Target="/ppt/notesMasters/notesMaster1.xml" Id="R2c71fe954a6d43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本页判断：建立有停止条件的修复 Loop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本页判断：连续两轮同一种失败，继续自动重试就是失控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本页判断：先签字，再看方法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本页判断：Loop 是采样—动作—测量系统，不是 while true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本页判断：每一轮动作都要达到审计轨迹的可回放标准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D:\work\CodexFDE\docs\courses\assets\web-23-delivery-event-trace.png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本页判断：四类停止条件必须在启动前写入控制器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本页判断：进展要比较失败签名，不只看文本改了多少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本页判断：Token、时间、轮数和子进程超时都是硬预算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本页判断：最大轮数耗尽只能算停止，绝不能伪装成成功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本页判断：stop_reason 与每轮报告身份进入同一事件轨迹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D:\work\CodexFDE\docs\courses\assets\web-19-audit-trace.png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本页判断：无进展、振荡、超预算与高风险要走不同出口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本页判断：中途隐式换 Memory 会破坏可复现性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课堂类型：控制系统实验</a:t>
            </a:r>
          </a:p>
          <a:p xmlns:a="http://schemas.openxmlformats.org/drawingml/2006/main">
            <a:r>
              <a:t>本页判断：安全 Loop 也不该独自承担所有调查</a:t>
            </a:r>
            <a:endParaRPr/>
          </a:p>
          <a:p xmlns:a="http://schemas.openxmlformats.org/drawingml/2006/main">
            <a:r>
              <a:t>课程主线：启动前锁定 Context Bundle，用失败签名、预算和进展判断继续、停止或升级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agent.loop --max-rounds 3</a:t>
            </a:r>
          </a:p>
          <a:p xmlns:a="http://schemas.openxmlformats.org/drawingml/2006/main">
            <a:r>
              <a:t>边界：Loop 只能产生 Memory 候选，不能自行发布团队 Skill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D:\work\CodexFDE\docs\courses\L10-建立有停止条件的修复Loop.md</a:t>
            </a:r>
          </a:p>
          <a:p xmlns:a="http://schemas.openxmlformats.org/drawingml/2006/main">
            <a:r>
              <a:t>- D:\work\CodexFDE\course\tasks\L10-有界Loop.md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bd236f352433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a98bf69ca041ec" /><Relationship Type="http://schemas.openxmlformats.org/officeDocument/2006/relationships/slideLayout" Target="/ppt/slideLayouts/slideLayout1.xml" Id="R5f50d963b7c14ef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50d963b7c14ef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fec6d7dab49f2" /><Relationship Type="http://schemas.openxmlformats.org/officeDocument/2006/relationships/notesSlide" Target="/ppt/notesSlides/notesSlide1.xml" Id="R87ecc741dbe74e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bcdab98ce4b5d" /><Relationship Type="http://schemas.openxmlformats.org/officeDocument/2006/relationships/notesSlide" Target="/ppt/notesSlides/notesSlide2.xml" Id="Red475ddea8db47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f59f2adbc40fb" /><Relationship Type="http://schemas.openxmlformats.org/officeDocument/2006/relationships/notesSlide" Target="/ppt/notesSlides/notesSlide3.xml" Id="R868d60261d144f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1919119594eb7" /><Relationship Type="http://schemas.openxmlformats.org/officeDocument/2006/relationships/notesSlide" Target="/ppt/notesSlides/notesSlide4.xml" Id="R1c4bfd0d350244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97602f6144423" /><Relationship Type="http://schemas.openxmlformats.org/officeDocument/2006/relationships/image" Target="/ppt/media/image.png" Id="Rcf43aeb10df54dfa" /><Relationship Type="http://schemas.openxmlformats.org/officeDocument/2006/relationships/image" Target="/ppt/media/image.jpeg" Id="R15a7c9d6b1344558" /><Relationship Type="http://schemas.openxmlformats.org/officeDocument/2006/relationships/notesSlide" Target="/ppt/notesSlides/notesSlide5.xml" Id="R45a13cccc8be4d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429b6dd034a5b" /><Relationship Type="http://schemas.openxmlformats.org/officeDocument/2006/relationships/notesSlide" Target="/ppt/notesSlides/notesSlide6.xml" Id="R83f349e03d4b4e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b96c2e0a44d29" /><Relationship Type="http://schemas.openxmlformats.org/officeDocument/2006/relationships/notesSlide" Target="/ppt/notesSlides/notesSlide7.xml" Id="R9f507026bc0048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d6a158a1a4423" /><Relationship Type="http://schemas.openxmlformats.org/officeDocument/2006/relationships/notesSlide" Target="/ppt/notesSlides/notesSlide8.xml" Id="R0376fa8f987542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ba22185944fef" /><Relationship Type="http://schemas.openxmlformats.org/officeDocument/2006/relationships/notesSlide" Target="/ppt/notesSlides/notesSlide9.xml" Id="R25964bf478dc4c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cbae834684441" /><Relationship Type="http://schemas.openxmlformats.org/officeDocument/2006/relationships/image" Target="/ppt/media/image.png" Id="Rc53567f04d8e4912" /><Relationship Type="http://schemas.openxmlformats.org/officeDocument/2006/relationships/image" Target="/ppt/media/image2.jpeg" Id="Ra686b7ac56e24745" /><Relationship Type="http://schemas.openxmlformats.org/officeDocument/2006/relationships/notesSlide" Target="/ppt/notesSlides/notesSlide10.xml" Id="R483bb5d6dcb041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362241b284ad3" /><Relationship Type="http://schemas.openxmlformats.org/officeDocument/2006/relationships/notesSlide" Target="/ppt/notesSlides/notesSlide11.xml" Id="R0dc8841c506440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d07e417574262" /><Relationship Type="http://schemas.openxmlformats.org/officeDocument/2006/relationships/notesSlide" Target="/ppt/notesSlides/notesSlide12.xml" Id="Rec013ce06e1e47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e92455ff44482" /><Relationship Type="http://schemas.openxmlformats.org/officeDocument/2006/relationships/notesSlide" Target="/ppt/notesSlides/notesSlide13.xml" Id="Rb2b60fe830df40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L10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建立有停止条件的修复 Loop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主线：启动前锁定 Context Bundle，用失败签名、预算和进展判断继续、停止或升级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L10 · 控制系统实验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连续两轮同一种失败，继续自动重试就是失控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裁决标准：唯一成功态是 Blocking PASS；无进展、超预算和高风险必须停止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相同失败连续出现仍自动重试，最大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轮数耗尽却宣称成功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942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本页只解决一个冲突：相同失败连续出现仍自动重试，最大轮数耗尽却宣称成功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L10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先签字，再看方法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如何判断无进展还是对象变了？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只有 max_rounds 就安全吗？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Token 不可核验时怎么办？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课堂收件物：Loop History、stop_reason 与锁定的 Context Bundle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48D438-DE1E-4B87-85D2-87BA092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L10 · 控制图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9C65A1-F455-4246-8E09-72C2D1F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Loop 是采样—动作—测量系统，不是 while true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8E831B-809D-46FB-BE75-C76CB5E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56" y="152984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控制先于自动化：Loop 只能产生 Memory 候选，不能自行发布团队 Skill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187EF46-FC27-477C-8B4E-4553BA0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E732A3E7-9E6B-4D68-8DDE-1B032CA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31A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91327428-656B-418B-A65B-C6ABD59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62300"/>
            <a:ext cx="885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FF23373C-9EC9-4328-9EF6-4DEF40C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1485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0914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34" name="箭头: 右 33">
            <a:extLst xmlns:a="http://schemas.openxmlformats.org/drawingml/2006/main">
              <a:ext uri="{FF2B5EF4-FFF2-40B4-BE49-F238E27FC236}">
                <a16:creationId xmlns:a16="http://schemas.microsoft.com/office/drawing/2014/main" id="{5FB90452-4AFB-4087-877A-C3B358D7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5" name="箭头: 右 34">
            <a:extLst xmlns:a="http://schemas.openxmlformats.org/drawingml/2006/main">
              <a:ext uri="{FF2B5EF4-FFF2-40B4-BE49-F238E27FC236}">
                <a16:creationId xmlns:a16="http://schemas.microsoft.com/office/drawing/2014/main" id="{EC70E40F-93F4-425C-B507-BEEA94B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67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6" name="箭头: 右 35">
            <a:extLst xmlns:a="http://schemas.openxmlformats.org/drawingml/2006/main">
              <a:ext uri="{FF2B5EF4-FFF2-40B4-BE49-F238E27FC236}">
                <a16:creationId xmlns:a16="http://schemas.microsoft.com/office/drawing/2014/main" id="{C0367AD3-6DA6-4645-9BE5-57F2C68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EBAFB51D-6B0C-43D3-AE78-9D788D1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9" name="箭头: 右 38">
            <a:extLst xmlns:a="http://schemas.openxmlformats.org/drawingml/2006/main">
              <a:ext uri="{FF2B5EF4-FFF2-40B4-BE49-F238E27FC236}">
                <a16:creationId xmlns:a16="http://schemas.microsoft.com/office/drawing/2014/main" id="{55BA0BF9-DD7E-42F7-93DB-51FA2B8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箭头: 右 40">
            <a:extLst xmlns:a="http://schemas.openxmlformats.org/drawingml/2006/main">
              <a:ext uri="{FF2B5EF4-FFF2-40B4-BE49-F238E27FC236}">
                <a16:creationId xmlns:a16="http://schemas.microsoft.com/office/drawing/2014/main" id="{D8D51759-5ACA-41E5-A178-F181DC81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箭头: 右 41">
            <a:extLst xmlns:a="http://schemas.openxmlformats.org/drawingml/2006/main">
              <a:ext uri="{FF2B5EF4-FFF2-40B4-BE49-F238E27FC236}">
                <a16:creationId xmlns:a16="http://schemas.microsoft.com/office/drawing/2014/main" id="{5E7D2E9A-AF91-4458-BE02-652FAAD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3" name="箭头: 右 42">
            <a:extLst xmlns:a="http://schemas.openxmlformats.org/drawingml/2006/main">
              <a:ext uri="{FF2B5EF4-FFF2-40B4-BE49-F238E27FC236}">
                <a16:creationId xmlns:a16="http://schemas.microsoft.com/office/drawing/2014/main" id="{C0A298E1-5D28-4DE4-B94F-8B14C43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5" name="箭头: 右 44">
            <a:extLst xmlns:a="http://schemas.openxmlformats.org/drawingml/2006/main">
              <a:ext uri="{FF2B5EF4-FFF2-40B4-BE49-F238E27FC236}">
                <a16:creationId xmlns:a16="http://schemas.microsoft.com/office/drawing/2014/main" id="{639F4557-A109-4A12-81E7-0FB5337D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B7B4075-270E-4989-8494-D31991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762125" cy="3333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B627DE0-7703-44A7-A425-121F336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ROUTER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4AF015E-561F-4EE5-A4E9-39933B1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A73F08C-3059-4FC2-B2CE-F39ED18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937224A-C0B1-4EC6-9C73-28D1B12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33675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写集冲突？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0C8D03A-DC96-4D8A-9BE0-AEC2BC93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5C2336E3-9312-4A5E-BFB5-77E6F3F2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有失败证据？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0BB27B1-A6A3-4F15-98EB-047AEC6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7E81910-EEE3-4973-94E6-49B8616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触发人审？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35F2E60B-8D66-42DE-8861-58AC251E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边界先于并行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607E6E9-B111-4ED3-91ED-92DA14A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  OBSERVE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B57B330-208B-4609-B98B-5B58DCD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955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先冻结事实</a:t>
            </a:r>
          </a:p>
        </p:txBody>
      </p:sp>
      <p:sp>
        <p:nvSpPr>
          <p:cNvPr id="58" name="矩形: 圆角 57">
            <a:extLst xmlns:a="http://schemas.openxmlformats.org/drawingml/2006/main">
              <a:ext uri="{FF2B5EF4-FFF2-40B4-BE49-F238E27FC236}">
                <a16:creationId xmlns:a16="http://schemas.microsoft.com/office/drawing/2014/main" id="{536714C0-8430-43FD-A80A-7A1A0EBF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8480A43-EF64-4E22-AA2A-DBD3177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A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读取状态</a:t>
            </a:r>
          </a:p>
        </p:txBody>
      </p:sp>
      <p:sp>
        <p:nvSpPr>
          <p:cNvPr id="60" name="矩形: 圆角 59">
            <a:extLst xmlns:a="http://schemas.openxmlformats.org/drawingml/2006/main">
              <a:ext uri="{FF2B5EF4-FFF2-40B4-BE49-F238E27FC236}">
                <a16:creationId xmlns:a16="http://schemas.microsoft.com/office/drawing/2014/main" id="{E98EC5B7-CCC5-4D17-A976-7A10627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C5FB5EE5-168F-4AB8-AFA0-9D46C5D6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B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核对证据</a:t>
            </a:r>
          </a:p>
        </p:txBody>
      </p:sp>
      <p:sp>
        <p:nvSpPr>
          <p:cNvPr id="62" name="矩形: 圆角 61">
            <a:extLst xmlns:a="http://schemas.openxmlformats.org/drawingml/2006/main">
              <a:ext uri="{FF2B5EF4-FFF2-40B4-BE49-F238E27FC236}">
                <a16:creationId xmlns:a16="http://schemas.microsoft.com/office/drawing/2014/main" id="{4C0E12E2-D425-4661-983C-BF11CD2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2872A81-FA41-4E0E-ADDB-7F6C29F9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主 Agent 汇总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E291F9-ADA4-4BDE-994D-BAB44BF2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526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冲突写入 → 串行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F9D94B5B-3B88-40C7-BA9E-860B2B71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670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21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  CONTROLLED ACTION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59679F70-8756-4EEF-B7D8-1892224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00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只做授权动作</a:t>
            </a:r>
          </a:p>
        </p:txBody>
      </p:sp>
      <p:sp>
        <p:nvSpPr>
          <p:cNvPr id="67" name="矩形: 圆角 66">
            <a:extLst xmlns:a="http://schemas.openxmlformats.org/drawingml/2006/main">
              <a:ext uri="{FF2B5EF4-FFF2-40B4-BE49-F238E27FC236}">
                <a16:creationId xmlns:a16="http://schemas.microsoft.com/office/drawing/2014/main" id="{CAF5BD87-692B-44F3-8135-3C11CAB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4805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6B3B58B7-B17D-40E2-B0D6-AAFB1AF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4330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 证据</a:t>
            </a:r>
          </a:p>
        </p:txBody>
      </p:sp>
      <p:sp>
        <p:nvSpPr>
          <p:cNvPr id="69" name="矩形: 圆角 68">
            <a:extLst xmlns:a="http://schemas.openxmlformats.org/drawingml/2006/main">
              <a:ext uri="{FF2B5EF4-FFF2-40B4-BE49-F238E27FC236}">
                <a16:creationId xmlns:a16="http://schemas.microsoft.com/office/drawing/2014/main" id="{DCF770BC-ABC1-487F-8866-3198DB0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66457BB7-41BC-48A1-A30D-1DFFE66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1019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执行最小动作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DE84F397-208B-4934-AFBB-00752FCE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agent/loop.py</a:t>
            </a:r>
          </a:p>
        </p:txBody>
      </p:sp>
      <p:sp>
        <p:nvSpPr>
          <p:cNvPr id="72" name="矩形: 圆角 71">
            <a:extLst xmlns:a="http://schemas.openxmlformats.org/drawingml/2006/main">
              <a:ext uri="{FF2B5EF4-FFF2-40B4-BE49-F238E27FC236}">
                <a16:creationId xmlns:a16="http://schemas.microsoft.com/office/drawing/2014/main" id="{49D67FA1-B48E-4B00-A1BB-3023BF7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C5C6942D-37D7-4D30-91A4-07BFD90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43300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受控执行</a:t>
            </a:r>
          </a:p>
        </p:txBody>
      </p:sp>
      <p:sp>
        <p:nvSpPr>
          <p:cNvPr id="74" name="矩形: 圆角 73">
            <a:extLst xmlns:a="http://schemas.openxmlformats.org/drawingml/2006/main">
              <a:ext uri="{FF2B5EF4-FFF2-40B4-BE49-F238E27FC236}">
                <a16:creationId xmlns:a16="http://schemas.microsoft.com/office/drawing/2014/main" id="{5DCE67CD-EB1C-425D-95B9-C9EE8A8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48050"/>
            <a:ext cx="1000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707DF80-D60D-4764-B55A-3F552894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54330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Eval 复验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E189CCC-1219-46BB-AA3D-EA34BA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099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FAIL → 返工</a:t>
            </a: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00E0B4E6-D766-4203-9342-5EC1084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623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9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PASS → 下一态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F51A8B0-04C9-4392-AB29-EDB067E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86225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无进展 / 超预算 / 高风险 → 安全停止，不宣称成功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CE4EEE7D-FBEE-4689-9EFF-06B3A7A2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  HUMAN GATE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D58ED9A9-AB1B-4CE8-B81D-6357AA3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339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必须人工确认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30BEC1DC-1D1B-446B-A25D-9FF9AFA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59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Loop 只能产生 Memory 候选，不能自行发布团队 …</a:t>
            </a:r>
          </a:p>
        </p:txBody>
      </p:sp>
      <p:sp>
        <p:nvSpPr>
          <p:cNvPr id="82" name="矩形: 圆角 81">
            <a:extLst xmlns:a="http://schemas.openxmlformats.org/drawingml/2006/main">
              <a:ext uri="{FF2B5EF4-FFF2-40B4-BE49-F238E27FC236}">
                <a16:creationId xmlns:a16="http://schemas.microsoft.com/office/drawing/2014/main" id="{DB70CB01-29C9-4969-96BF-FDE2E12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67250"/>
            <a:ext cx="2238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14FA5BF5-14F2-4AA4-BDE3-D6FF474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批准 / 打回 / 缩小范围</a:t>
            </a:r>
          </a:p>
        </p:txBody>
      </p:sp>
      <p:sp>
        <p:nvSpPr>
          <p:cNvPr id="84" name="矩形: 圆角 83">
            <a:extLst xmlns:a="http://schemas.openxmlformats.org/drawingml/2006/main">
              <a:ext uri="{FF2B5EF4-FFF2-40B4-BE49-F238E27FC236}">
                <a16:creationId xmlns:a16="http://schemas.microsoft.com/office/drawing/2014/main" id="{AB1D2041-125D-451E-904C-659406F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67250"/>
            <a:ext cx="228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04A0CD4-4A31-4DBA-BC96-20D640A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决定写入 repair-task.json</a:t>
            </a:r>
          </a:p>
        </p:txBody>
      </p:sp>
      <p:sp>
        <p:nvSpPr>
          <p:cNvPr id="86" name="矩形: 圆角 85">
            <a:extLst xmlns:a="http://schemas.openxmlformats.org/drawingml/2006/main">
              <a:ext uri="{FF2B5EF4-FFF2-40B4-BE49-F238E27FC236}">
                <a16:creationId xmlns:a16="http://schemas.microsoft.com/office/drawing/2014/main" id="{84AFA090-4A12-4E74-A005-15A03E12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76900"/>
            <a:ext cx="7524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E140A6EF-C532-448F-84E5-B16E9A5F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435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唯一成功态是 Blocking PASS；无进展、超预算和高风险必须停止</a:t>
            </a: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919364A4-0EC0-458F-96EB-C051293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864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2BA58EBF-5DFB-4E16-90CC-3C5B358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24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67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识别哪些独立调查可以安全并行</a:t>
            </a:r>
          </a:p>
        </p:txBody>
      </p:sp>
    </p:spTree>
    <p:extLst>
      <p:ext uri="{BB962C8B-B14F-4D97-AF65-F5344CB8AC3E}">
        <p14:creationId xmlns:p14="http://schemas.microsoft.com/office/powerpoint/2010/main" val="425652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L10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每一轮动作都要达到审计轨迹的可回放标准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工作台事件追踪展示多阶段状态而非单一完成字样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3aeb10df54d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7c9d6b1344558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279DD7-4012-4AAD-9350-4B9DF66E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L10 · 控制系统实验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DA6789-3263-4CD1-BBB9-5B355C09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0490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760"/>
              </a:lnSpc>
              <a:buNone/>
            </a:pPr>
            <a:r>
              <a:rPr sz="24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四类停止条件必须在启动前写入控制器</a:t>
            </a:r>
            <a:endParaRPr sz="2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8F80C5-E0E5-4E4F-8A77-E966B7A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23AE13E-0C34-4F77-A834-D02AFA9C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F7622A7-9DED-46EE-B9C5-79F7B924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865B26B-CF6E-4B97-9F2F-057BE24D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锁定 Context Bundle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BA98D72-7E14-4024-88F1-8D8766C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240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锁定：Loop 的专业性体现在知道何时不再继续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0AD5A09-12D1-474D-8571-EF90ED28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CONTRACT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FE36CBC-1257-46BC-B240-85722D92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B15552-094E-4308-BC4B-AFD18A6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A1CDE6F-F002-4577-A917-28C84C1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采样当前失败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2C8FBBA-F9C5-4673-8B72-E20B856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098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读取 agent/loop.py 与权威状态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F8572A7-0BAC-4E33-98EC-9FA8F84F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FACT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72266A1-E2EA-47C1-84F9-CD20FA4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E5835E-4995-47BE-AF99-796F975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70363CF-57E5-4BCC-9D13-8279387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执行最小动作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AD5D10-C4BD-4016-A71D-8D7C7773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956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执行 python -X utf8 -m agent.loop --max-rounds 3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314E408-CCF2-42B7-A19E-B81DE960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ACTION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AF0D9B0-29A4-4404-8885-B42CF4E4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31A35E3-CE60-4232-BC44-D89767BD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D02E03B-FF14-4C9D-A5A9-0F3B5A88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复验并比较进展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62B3092-75B3-4F44-83FD-92E96B5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81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02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用 每轮记录失败签名、动作、文件变化、成本和验证结果 裁决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5D9CA7E-187F-4B93-9616-6CC9CACF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81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PROOF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0E0F08F-3B89-4179-BEC7-E0FAD758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619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1A990C4-1CF6-416B-B2E2-002B99A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8555B56-A303-4FDF-AC12-C6AC9D4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退出或升级人审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516F074-5D0C-44DB-91F4-9715B74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672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49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交付 Loop History、stop_reason 与锁定的 Context Bundle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E40B82-9D05-409E-B8B2-5212F6C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874BF94-ACCB-423C-81B7-F74C1300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6858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9862DCA-BE1C-4DD4-987C-44F7466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下一步只能由证据推进：识别哪些独立调查可以安全并行</a:t>
            </a:r>
          </a:p>
        </p:txBody>
      </p:sp>
    </p:spTree>
    <p:extLst>
      <p:ext uri="{BB962C8B-B14F-4D97-AF65-F5344CB8AC3E}">
        <p14:creationId xmlns:p14="http://schemas.microsoft.com/office/powerpoint/2010/main" val="1276222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D42DCE-FD8E-4045-8CEF-2EEA084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L10 · 决策指标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848F9C-06AA-4D93-916A-41E959B6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8EC5CC7-B8B4-4AA3-9FA2-CA803CAC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进展要比较失败签名，不只看文本改了多少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AC742FA4-3C0A-4C08-B711-F566A604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9AB0E40-F1C5-4014-A5B0-A4A41B64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B9FD2E8-B495-408E-B029-AD9AB773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MAINLINE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E8CD2FE-DB77-4E48-A52F-AAD7D46F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只追一宗业务事件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AB42990A-F80F-4974-979C-7C505D8D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7EB72AD-A058-4062-A0B5-1FB12567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F2C0F19-BC21-49AB-9D5A-D223EBE1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FAILURE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75B3CC2-A128-401F-A81C-15790EF0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必须真实变红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35EA8C45-DA55-4CF4-BA82-BF929965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540CB37-A025-4533-AE1D-6C56E97F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E537D25-9C9A-448D-9252-445C58E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COMMAND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FFB09CA-E0C4-49E3-94C4-C49C5A80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统一入口复验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82A6B3CC-E580-4BB9-A583-C1D37AF4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476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D0401C7-12B3-4CC3-A1F0-1C032F8D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7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7AABE81-3366-45B7-8F2D-01B0B6BC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BE29B2D9-04FE-44F8-899C-8B6988A8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具名交接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E4226C8-83C2-457C-A611-9A2BB988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本讲完成回路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FBC22C7-DA8B-4815-8670-39D761F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FAF81C41-71F7-4EB3-9035-B532C3EF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课前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EBD115C-403E-4939-B96A-7D91CEB1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相同失败连续出现仍自动重试，最大轮数耗尽却宣称…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3794CDFC-9E42-47B9-A80E-1A19087F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课中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210898C-55C2-48D5-9CA7-A1798ED9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python -X utf8 -m agent…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4A9904C-EF3D-4EB8-8F93-995EB801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课后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DC18A30-4CCF-4C72-A0BF-EB93FA6F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19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Loop History、stop_reaso…</a:t>
            </a:r>
          </a:p>
        </p:txBody>
      </p:sp>
      <p:sp>
        <p:nvSpPr>
          <p:cNvPr id="43" name="矩形: 圆角 42">
            <a:extLst xmlns:a="http://schemas.openxmlformats.org/drawingml/2006/main">
              <a:ext uri="{FF2B5EF4-FFF2-40B4-BE49-F238E27FC236}">
                <a16:creationId xmlns:a16="http://schemas.microsoft.com/office/drawing/2014/main" id="{B5B40FC4-7C48-468D-B389-CEAF3EC3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A729A36-AA74-4B1D-9AF1-AFF90203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指标只服务一个判断：Loop 的专业性体现在知道何时不再继续</a:t>
            </a:r>
          </a:p>
        </p:txBody>
      </p:sp>
    </p:spTree>
    <p:extLst>
      <p:ext uri="{BB962C8B-B14F-4D97-AF65-F5344CB8AC3E}">
        <p14:creationId xmlns:p14="http://schemas.microsoft.com/office/powerpoint/2010/main" val="998384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D49DE0-15C9-4800-AF2B-52058D06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L10 · 可执行协议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1746CC-96E0-4943-BE9C-DE009397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81075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Token、时间、轮数和子进程超时都是硬预算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0C778D5-6DF1-4DF0-941C-239FFE19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只认命令、状态和证据，不认模型自述。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1FBB94-A906-4AE2-A4F7-1E8A6FA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BCEE04FB-4145-465C-B7FF-3B55827F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440FDB9-80AC-454F-932B-F10EEFBF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3A"/>
          </a:solidFill>
          <a:ln xmlns:a="http://schemas.openxmlformats.org/drawingml/2006/main" w="0">
            <a:solidFill>
              <a:srgbClr val="13293A"/>
            </a:solidFill>
            <a:prstDash val="solid"/>
          </a:ln>
        </p:spPr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97999288-6600-4ABD-8B4D-E5E75FC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7603F459-86EC-47B2-B2FE-07DB5BB2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8E453BD9-2263-4E4F-9183-153BE604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177A0B9-F3F2-4650-8E49-2A0B3C8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l10_delivery.ps1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D15866D8-3BCC-4B24-BCE1-89EF8506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$ 01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1F1A215-0B08-48A6-BF4C-7742854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0DE25F6-6B93-44D7-9CE3-57CFF648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336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锁定 Context Bundle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DA684CC-9F73-4AF9-81AB-36A3D6A6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$ 02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CEA1332B-5F10-408F-ADA7-79EA6B99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EXECUTE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C6BB1D1-461B-4A7E-A5B5-D9E2CB03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004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python -X utf8 -m agent.loop --max-rounds 3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2AA1072-F3B5-4931-BBF4-214A74C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$ 03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B32AF31-0897-4798-A1E5-94622897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VERIFY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2D489B47-1F1A-4EDA-AA1B-65A49E5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67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每轮记录失败签名、动作、文件变化、成本和验证结果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6E076DD-187B-4E37-831B-E915D2B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$ 04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F52BF3F-6B01-4ECA-AEF5-B42FA9C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993E269-7B99-406E-A2B7-EDA121C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33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识别哪些独立调查可以安全并行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9ABC7C1-A726-4053-BD01-A01CCA1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8E1B6931-113A-4E1C-80C6-71261DAC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一条链直接复现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E9DA1B5B-C67C-4999-9901-FEB0AEB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A1018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478CB23-86B0-414C-9BC7-F8C5EAF0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可验证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851B205-91DF-4B69-AA6A-EE4ED9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可追踪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E741C37D-9DEC-49A7-A998-28CE6BF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可移交</a:t>
            </a:r>
          </a:p>
        </p:txBody>
      </p:sp>
    </p:spTree>
    <p:extLst>
      <p:ext uri="{BB962C8B-B14F-4D97-AF65-F5344CB8AC3E}">
        <p14:creationId xmlns:p14="http://schemas.microsoft.com/office/powerpoint/2010/main" val="6174159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L10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最大轮数耗尽只能算停止，绝不能伪装成成功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同一条规则必须用红灯和绿灯同时证明：唯一成功态是 Blocking PASS；无进展、超预算和高风险必须停止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相同失败连续出现仍自动重试，最大轮数
耗尽却宣称成功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2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Loop 只能产生 Memory 候选，不能自行发布团…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88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每轮记录失败签名、动作、文件变化、成本和验证结果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Loop History、stop_reason 与锁…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L10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stop_reason 与每轮报告身份进入同一事件轨迹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真实项目：审计页保存动作、操作者和业务对象，Loop 也必须达到同样的可追溯性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567f04d8e49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6b7ac56e24745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L10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无进展、振荡、超预算与高风险要走不同出口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无限重试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有界状态机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agent/loop.py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Loop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隐式漂移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锁定 Bundle ID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repair-task.json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context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假进展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比较失败签名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loop-history.json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progress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假成功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只有 PASS 成功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context_bundle_id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每轮记录失败签名、动作、文件变化、成本和验证结果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CC39F9-06BD-4D9E-8547-6BB8C83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L10 · 现场验收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2E65F8-BBBD-4F59-87CE-099D71C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中途隐式换 Memory 会破坏可复现性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E3434E-39A1-49C3-AFBA-3F09151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1BDD3D7F-1DDE-490F-918D-ECD843C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7151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111CB2-8C76-44C5-A778-C30CD86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CHECK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258C7E-E891-4356-AE97-7E33466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C705395-FE40-4557-951A-0D577B51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锁定 Context Bundle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EB5E61C-A042-4A03-8E89-49B7706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1D7A947-CDE6-4E19-83D8-72C9C2F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采样当前失败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00C0765-7C68-431F-9A41-591FE4B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11A5CFA-B687-4774-800C-DA127E6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执行最小动作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5936CF-014D-4BC8-94E0-F48E413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[+]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6F9721-6923-4803-8ECB-4D73EA4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复验并比较进展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BE6521D-D235-463F-AA4A-26D339D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319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F3120C-733D-429A-A39E-BBC00AF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33319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2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Loop History、stop_reason 与锁…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B0BE1F0-AC1F-4607-9D4C-7C70FF1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76244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必须现场运行、记录退出码并保留失败后状态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9137D3F-C9D6-45DE-A5CC-512F90F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069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课末 10 分钟抽查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87E721-5D62-4094-871B-E09D861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09669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命令 → python -X utf8 -m agent.loop --max-…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49A5FC80-82A3-46C5-9EFA-5744EB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6869"/>
            <a:ext cx="3524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0A12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6190CC5-B394-483D-A8AF-533286C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119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不通过 → Loop 只能产生 Memory 候选，不能自行发布团队 Skill</a:t>
            </a:r>
          </a:p>
        </p:txBody>
      </p:sp>
    </p:spTree>
    <p:extLst>
      <p:ext uri="{BB962C8B-B14F-4D97-AF65-F5344CB8AC3E}">
        <p14:creationId xmlns:p14="http://schemas.microsoft.com/office/powerpoint/2010/main" val="210514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13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2026-09-01T07:16:28.2230000Z</dcterms:created>
  <dcterms:modified xsi:type="dcterms:W3CDTF">2026-09-01T07:16:28.2230000Z</dcterms:modified>
</coreProperties>
</file>