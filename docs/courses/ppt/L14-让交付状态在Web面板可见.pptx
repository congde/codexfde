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0698342d1643d9" /><Relationship Type="http://schemas.openxmlformats.org/officeDocument/2006/relationships/extended-properties" Target="/docProps/app.xml" Id="Rcb43b002b01d4dca" /><Relationship Type="http://schemas.openxmlformats.org/officeDocument/2006/relationships/officeDocument" Target="/ppt/presentation.xml" Id="Ra68f49da9c3448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70f0feba4d4bc7"/>
  </p:sldMasterIdLst>
  <p:notesMasterIdLst>
    <p:notesMasterId xmlns:r="http://schemas.openxmlformats.org/officeDocument/2006/relationships" r:id="Rd54dd4160731424f"/>
  </p:notesMasterIdLst>
  <p:sldIdLst>
    <p:sldId xmlns:r="http://schemas.openxmlformats.org/officeDocument/2006/relationships" id="256" r:id="R2404d1c0957a41e6"/>
    <p:sldId xmlns:r="http://schemas.openxmlformats.org/officeDocument/2006/relationships" id="257" r:id="R070f6186f69d43f7"/>
    <p:sldId xmlns:r="http://schemas.openxmlformats.org/officeDocument/2006/relationships" id="258" r:id="R1a1850f466f94a86"/>
    <p:sldId xmlns:r="http://schemas.openxmlformats.org/officeDocument/2006/relationships" id="259" r:id="Rdd0bfd8d811f423c"/>
    <p:sldId xmlns:r="http://schemas.openxmlformats.org/officeDocument/2006/relationships" id="260" r:id="Rd405de7aceb9489c"/>
    <p:sldId xmlns:r="http://schemas.openxmlformats.org/officeDocument/2006/relationships" id="261" r:id="R2f2ad1ea556647b2"/>
    <p:sldId xmlns:r="http://schemas.openxmlformats.org/officeDocument/2006/relationships" id="262" r:id="R789ebfd8385740fd"/>
    <p:sldId xmlns:r="http://schemas.openxmlformats.org/officeDocument/2006/relationships" id="263" r:id="R775cb5da31ec4e15"/>
    <p:sldId xmlns:r="http://schemas.openxmlformats.org/officeDocument/2006/relationships" id="264" r:id="R41fa0679fd684fd3"/>
    <p:sldId xmlns:r="http://schemas.openxmlformats.org/officeDocument/2006/relationships" id="265" r:id="R43bafd01c1e04f45"/>
    <p:sldId xmlns:r="http://schemas.openxmlformats.org/officeDocument/2006/relationships" id="266" r:id="Rf1a5a6b1f5d246d9"/>
    <p:sldId xmlns:r="http://schemas.openxmlformats.org/officeDocument/2006/relationships" id="267" r:id="R14041013cbf845c7"/>
    <p:sldId xmlns:r="http://schemas.openxmlformats.org/officeDocument/2006/relationships" id="268" r:id="Rfe4b8697331d4d56"/>
    <p:sldId xmlns:r="http://schemas.openxmlformats.org/officeDocument/2006/relationships" id="269" r:id="Red57f788f6c74d34"/>
    <p:sldId xmlns:r="http://schemas.openxmlformats.org/officeDocument/2006/relationships" id="270" r:id="Rfc96cf4de3e54b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6ed0620a8e4d69" /><Relationship Type="http://schemas.openxmlformats.org/officeDocument/2006/relationships/slideMaster" Target="/ppt/slideMasters/slideMaster1.xml" Id="R8370f0feba4d4bc7" /><Relationship Type="http://schemas.openxmlformats.org/officeDocument/2006/relationships/notesMaster" Target="/ppt/notesMasters/notesMaster1.xml" Id="Rd54dd4160731424f" /><Relationship Type="http://schemas.openxmlformats.org/officeDocument/2006/relationships/presProps" Target="/ppt/presProps.xml" Id="R86a9d28c05c74db9" /><Relationship Type="http://schemas.openxmlformats.org/officeDocument/2006/relationships/viewProps" Target="/ppt/viewProps.xml" Id="R17c6a53ebf2e407f" /><Relationship Type="http://schemas.openxmlformats.org/officeDocument/2006/relationships/tableStyles" Target="/ppt/tableStyles.xml" Id="Rb51b61d8fd094958" /><Relationship Type="http://schemas.openxmlformats.org/officeDocument/2006/relationships/slide" Target="/ppt/slides/slide1.xml" Id="R2404d1c0957a41e6" /><Relationship Type="http://schemas.openxmlformats.org/officeDocument/2006/relationships/slide" Target="/ppt/slides/slide2.xml" Id="R070f6186f69d43f7" /><Relationship Type="http://schemas.openxmlformats.org/officeDocument/2006/relationships/slide" Target="/ppt/slides/slide3.xml" Id="R1a1850f466f94a86" /><Relationship Type="http://schemas.openxmlformats.org/officeDocument/2006/relationships/slide" Target="/ppt/slides/slide4.xml" Id="Rdd0bfd8d811f423c" /><Relationship Type="http://schemas.openxmlformats.org/officeDocument/2006/relationships/slide" Target="/ppt/slides/slide5.xml" Id="Rd405de7aceb9489c" /><Relationship Type="http://schemas.openxmlformats.org/officeDocument/2006/relationships/slide" Target="/ppt/slides/slide6.xml" Id="R2f2ad1ea556647b2" /><Relationship Type="http://schemas.openxmlformats.org/officeDocument/2006/relationships/slide" Target="/ppt/slides/slide7.xml" Id="R789ebfd8385740fd" /><Relationship Type="http://schemas.openxmlformats.org/officeDocument/2006/relationships/slide" Target="/ppt/slides/slide8.xml" Id="R775cb5da31ec4e15" /><Relationship Type="http://schemas.openxmlformats.org/officeDocument/2006/relationships/slide" Target="/ppt/slides/slide9.xml" Id="R41fa0679fd684fd3" /><Relationship Type="http://schemas.openxmlformats.org/officeDocument/2006/relationships/slide" Target="/ppt/slides/slide10.xml" Id="R43bafd01c1e04f45" /><Relationship Type="http://schemas.openxmlformats.org/officeDocument/2006/relationships/slide" Target="/ppt/slides/slide11.xml" Id="Rf1a5a6b1f5d246d9" /><Relationship Type="http://schemas.openxmlformats.org/officeDocument/2006/relationships/slide" Target="/ppt/slides/slide12.xml" Id="R14041013cbf845c7" /><Relationship Type="http://schemas.openxmlformats.org/officeDocument/2006/relationships/slide" Target="/ppt/slides/slide13.xml" Id="Rfe4b8697331d4d56" /><Relationship Type="http://schemas.openxmlformats.org/officeDocument/2006/relationships/slide" Target="/ppt/slides/slide14.xml" Id="Red57f788f6c74d34" /><Relationship Type="http://schemas.openxmlformats.org/officeDocument/2006/relationships/slide" Target="/ppt/slides/slide15.xml" Id="Rfc96cf4de3e54b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d89128ebc6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060d0127ad4995" /><Relationship Type="http://schemas.openxmlformats.org/officeDocument/2006/relationships/notesMaster" Target="/ppt/notesMasters/notesMaster1.xml" Id="R1248fb24b4a644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2096a25c6f41b5" /><Relationship Type="http://schemas.openxmlformats.org/officeDocument/2006/relationships/notesMaster" Target="/ppt/notesMasters/notesMaster1.xml" Id="R0a46275c0c574c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6c27d00bee4782" /><Relationship Type="http://schemas.openxmlformats.org/officeDocument/2006/relationships/notesMaster" Target="/ppt/notesMasters/notesMaster1.xml" Id="R0577044b8d924c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6c7e20e38742f7" /><Relationship Type="http://schemas.openxmlformats.org/officeDocument/2006/relationships/notesMaster" Target="/ppt/notesMasters/notesMaster1.xml" Id="R21998c9cd1a44c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7c6a8661e24409" /><Relationship Type="http://schemas.openxmlformats.org/officeDocument/2006/relationships/notesMaster" Target="/ppt/notesMasters/notesMaster1.xml" Id="R184e3c20944e40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509c5f93bf4fb4" /><Relationship Type="http://schemas.openxmlformats.org/officeDocument/2006/relationships/notesMaster" Target="/ppt/notesMasters/notesMaster1.xml" Id="Re25a2d6360b34d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700007cb6c49f5" /><Relationship Type="http://schemas.openxmlformats.org/officeDocument/2006/relationships/notesMaster" Target="/ppt/notesMasters/notesMaster1.xml" Id="Rdbaaa55a77f745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54c8dfae32436c" /><Relationship Type="http://schemas.openxmlformats.org/officeDocument/2006/relationships/notesMaster" Target="/ppt/notesMasters/notesMaster1.xml" Id="R59b61fd668a24f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2354c57c974139" /><Relationship Type="http://schemas.openxmlformats.org/officeDocument/2006/relationships/notesMaster" Target="/ppt/notesMasters/notesMaster1.xml" Id="R7669ce95e47d49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77bc389a8c4526" /><Relationship Type="http://schemas.openxmlformats.org/officeDocument/2006/relationships/notesMaster" Target="/ppt/notesMasters/notesMaster1.xml" Id="R9261542da9f847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06355865734c6b" /><Relationship Type="http://schemas.openxmlformats.org/officeDocument/2006/relationships/notesMaster" Target="/ppt/notesMasters/notesMaster1.xml" Id="Rc316a7d1844a40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81d641b3914737" /><Relationship Type="http://schemas.openxmlformats.org/officeDocument/2006/relationships/notesMaster" Target="/ppt/notesMasters/notesMaster1.xml" Id="R5c18cdccb0cc44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39efedcfcc4aaf" /><Relationship Type="http://schemas.openxmlformats.org/officeDocument/2006/relationships/notesMaster" Target="/ppt/notesMasters/notesMaster1.xml" Id="Rd3b2e27380014e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7989628d9e464a" /><Relationship Type="http://schemas.openxmlformats.org/officeDocument/2006/relationships/notesMaster" Target="/ppt/notesMasters/notesMaster1.xml" Id="Rfb89be127cb347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6399d2889b4a8c" /><Relationship Type="http://schemas.openxmlformats.org/officeDocument/2006/relationships/notesMaster" Target="/ppt/notesMasters/notesMaster1.xml" Id="Rcf067b760af043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本页判断：让交付状态在 Web 面板可见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本页判断：库存页首先暴露业务状态，而不是装饰图表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D:\work\CodexFDE\docs\courses\assets\web-13-dashboard-live-data.png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本页判断：漂亮的假进度，是最危险的 UX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本页判断：执行器页面必须展示真实授权与真实请求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D:\work\CodexFDE\docs\courses\assets\web-03-inventory.png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本页判断：Web 是工作入口和观测面，不是新的权威账本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本页判断：Harness 证据进入页面后，绿色才有可解释来源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D:\work\CodexFDE\docs\courses\assets\web-26-delivery-real-code-executor.png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本页判断：空态、加载态、错误态与离线态必须分别设计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本页判断：Spec、事件与 Eval 要在同一 Task 下互相回指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D:\work\CodexFDE\docs\courses\assets\web-09-delivery-evidence-fixed.png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本页判断：旧字段名让 evidence 为空时，页面必须显式失败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本页判断：财务子账提醒我们：显示层不能偷换权威口径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D:\work\CodexFDE\docs\courses\assets\web-10-delivery-spec-events-fixed.png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本页判断：审计页证明操作者与动作都能被追溯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D:\work\CodexFDE\docs\courses\assets\web-18-finance-ledger.png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本页判断：页面、API 与数据库各自承担不同责任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本页判断：断网、移动端、无障碍与轮询都要现场走查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课堂类型：三方对质</a:t>
            </a:r>
          </a:p>
          <a:p xmlns:a="http://schemas.openxmlformats.org/drawingml/2006/main">
            <a:r>
              <a:t>本页判断：页面终于暴露了真实裂缝：它应怎样进入反馈系统</a:t>
            </a:r>
            <a:endParaRPr/>
          </a:p>
          <a:p xmlns:a="http://schemas.openxmlformats.org/drawingml/2006/main">
            <a:r>
              <a:t>课程主线：用同一 Task ID 同时核对 DOM、API 与 SQLite，让页面成为可审查动作面而不是静态绿灯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web.server --port 8770</a:t>
            </a:r>
          </a:p>
          <a:p xmlns:a="http://schemas.openxmlformats.org/drawingml/2006/main">
            <a:r>
              <a:t>边界：漂亮截图不能替代交互、请求和权威状态核对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D:\work\CodexFDE\docs\courses\L14-让交付状态在Web面板可见.md</a:t>
            </a:r>
          </a:p>
          <a:p xmlns:a="http://schemas.openxmlformats.org/drawingml/2006/main">
            <a:r>
              <a:t>- D:\work\CodexFDE\course\tasks\L14-Web状态面板.md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38f3b3c1a420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9589d3068044c5" /><Relationship Type="http://schemas.openxmlformats.org/officeDocument/2006/relationships/slideLayout" Target="/ppt/slideLayouts/slideLayout1.xml" Id="Rc582677e25a2424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2677e25a2424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53fde1ac74b64" /><Relationship Type="http://schemas.openxmlformats.org/officeDocument/2006/relationships/notesSlide" Target="/ppt/notesSlides/notesSlide1.xml" Id="R5b4b219bed864b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4707297a4415d" /><Relationship Type="http://schemas.openxmlformats.org/officeDocument/2006/relationships/image" Target="/ppt/media/image.png" Id="R90c979f53ecf4c95" /><Relationship Type="http://schemas.openxmlformats.org/officeDocument/2006/relationships/image" Target="/ppt/media/image.jpeg" Id="R0c69a49c37cb4621" /><Relationship Type="http://schemas.openxmlformats.org/officeDocument/2006/relationships/notesSlide" Target="/ppt/notesSlides/notesSlide2.xml" Id="Rac4c93a578d944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87c21cd924029" /><Relationship Type="http://schemas.openxmlformats.org/officeDocument/2006/relationships/notesSlide" Target="/ppt/notesSlides/notesSlide3.xml" Id="Rb060b4139a2044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0ce7768194f79" /><Relationship Type="http://schemas.openxmlformats.org/officeDocument/2006/relationships/notesSlide" Target="/ppt/notesSlides/notesSlide4.xml" Id="R6dba6905924947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cedf86f874359" /><Relationship Type="http://schemas.openxmlformats.org/officeDocument/2006/relationships/image" Target="/ppt/media/image.png" Id="R89df66c5fe47427f" /><Relationship Type="http://schemas.openxmlformats.org/officeDocument/2006/relationships/image" Target="/ppt/media/image2.jpeg" Id="Rc769972652454535" /><Relationship Type="http://schemas.openxmlformats.org/officeDocument/2006/relationships/notesSlide" Target="/ppt/notesSlides/notesSlide5.xml" Id="R680cd32a0f7e4c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e59bf0f45447d" /><Relationship Type="http://schemas.openxmlformats.org/officeDocument/2006/relationships/notesSlide" Target="/ppt/notesSlides/notesSlide6.xml" Id="R29902646c00b47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b1da8aed941a7" /><Relationship Type="http://schemas.openxmlformats.org/officeDocument/2006/relationships/image" Target="/ppt/media/image.png" Id="Rd28dc947063b4d3d" /><Relationship Type="http://schemas.openxmlformats.org/officeDocument/2006/relationships/image" Target="/ppt/media/image3.jpeg" Id="Red8588a0e7504927" /><Relationship Type="http://schemas.openxmlformats.org/officeDocument/2006/relationships/notesSlide" Target="/ppt/notesSlides/notesSlide7.xml" Id="R09fa5a58de6447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42a97fc794583" /><Relationship Type="http://schemas.openxmlformats.org/officeDocument/2006/relationships/notesSlide" Target="/ppt/notesSlides/notesSlide8.xml" Id="Rc40229f6530342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33b0c515b4af1" /><Relationship Type="http://schemas.openxmlformats.org/officeDocument/2006/relationships/image" Target="/ppt/media/image.png" Id="Rce2de2f0fc184fcf" /><Relationship Type="http://schemas.openxmlformats.org/officeDocument/2006/relationships/image" Target="/ppt/media/image4.jpeg" Id="R2150476131e049a5" /><Relationship Type="http://schemas.openxmlformats.org/officeDocument/2006/relationships/notesSlide" Target="/ppt/notesSlides/notesSlide9.xml" Id="Ra106098f6af248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ced8b1d514a97" /><Relationship Type="http://schemas.openxmlformats.org/officeDocument/2006/relationships/notesSlide" Target="/ppt/notesSlides/notesSlide10.xml" Id="Rf0a51ed9b1f24a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b4a4ad35f4526" /><Relationship Type="http://schemas.openxmlformats.org/officeDocument/2006/relationships/image" Target="/ppt/media/image.png" Id="R073b0f79fab94fbe" /><Relationship Type="http://schemas.openxmlformats.org/officeDocument/2006/relationships/image" Target="/ppt/media/image5.jpeg" Id="R4b29e41bc3764b72" /><Relationship Type="http://schemas.openxmlformats.org/officeDocument/2006/relationships/notesSlide" Target="/ppt/notesSlides/notesSlide11.xml" Id="Rb1f937fc007046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69b4f73d04346" /><Relationship Type="http://schemas.openxmlformats.org/officeDocument/2006/relationships/image" Target="/ppt/media/image.png" Id="R5efcc1009ffc4672" /><Relationship Type="http://schemas.openxmlformats.org/officeDocument/2006/relationships/image" Target="/ppt/media/image6.jpeg" Id="R49a02529aa9e40a5" /><Relationship Type="http://schemas.openxmlformats.org/officeDocument/2006/relationships/notesSlide" Target="/ppt/notesSlides/notesSlide12.xml" Id="Rc1fc3ce3a91a4c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d5132003b4f83" /><Relationship Type="http://schemas.openxmlformats.org/officeDocument/2006/relationships/notesSlide" Target="/ppt/notesSlides/notesSlide13.xml" Id="Rcd7829d6c48d43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e504dd8ad4602" /><Relationship Type="http://schemas.openxmlformats.org/officeDocument/2006/relationships/notesSlide" Target="/ppt/notesSlides/notesSlide14.xml" Id="R18950f8fe1fd44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5e3bd4204902" /><Relationship Type="http://schemas.openxmlformats.org/officeDocument/2006/relationships/notesSlide" Target="/ppt/notesSlides/notesSlide15.xml" Id="Rcb4ab08cc7c646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L14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让交付状态在 Web 面板可见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主线：用同一 Task ID 同时核对 DOM、API 与 SQLite，让页面成为可审查动作面而不是静态绿灯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L14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库存页首先暴露业务状态，而不是装饰图表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FlowERP 当前经营驾驶舱展示来自业务系统的实时状态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979f53ecf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9a49c37cb4621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L14 · 三方对质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漂亮的假进度，是最危险的 UX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裁决标准：断网、空字段和后端失败必须显式暴露，不能回退到旧快照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旧字段名让 evidence 为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空，页面仍显示绿色成功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本页只解决一个冲突：旧字段名让 evidence 为空，页面仍显示绿色成功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L14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完成还需哪两类权威来源？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旧绿灯为何比错误更危险？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未知状态可以猜吗？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课堂收件物：真实状态面板、Network 对账与截图证据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L14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执行器页面必须展示真实授权与真实请求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Web：库存管理页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f66c5fe4742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9972652454535"/>
          <a:stretch xmlns:a="http://schemas.openxmlformats.org/drawingml/2006/main"/>
        </p:blipFill>
        <p:spPr>
          <a:xfrm xmlns:a="http://schemas.openxmlformats.org/drawingml/2006/main">
            <a:off x="3326014" y="1897052"/>
            <a:ext cx="5660241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9B7DC0-36A3-42C4-884A-228D404D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L14 · 平台化落点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52EB37-4797-48C0-A36C-E963C441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Web 是工作入口和观测面，不是新的权威账本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412BA2-D1A7-48AF-9191-11ABE06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把 真实状态面板、Network 对账与截图证据 变成可查询、可恢复、可审查的真实功能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72B2BA-A0B5-4882-ACE9-BA67B0A0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BE20B9F1-A3C3-4EB4-A199-0790269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723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6100D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680EAE6-4B03-4C76-958F-6544E137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21"/>
          </a:solidFill>
          <a:ln xmlns:a="http://schemas.openxmlformats.org/drawingml/2006/main" w="0">
            <a:solidFill>
              <a:srgbClr val="0D2B21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F86D973-C719-4A44-BD87-BD71CB71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FLOWERP_WORKBENCH / LIVE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265A664-0C0A-4516-A140-8B76C18A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API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2E76E90-82CB-415F-8860-11FC30F9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9694D4D-E824-451B-B995-95BE5741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81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提交 / 查询 / 合法状态迁移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F5DE647-7785-4F7B-AC8E-A2D3DA2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WEB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5050F19-D33E-455A-AB3F-812DA61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CD059C4A-2646-4E7F-9FA4-6E002EF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71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任务 / 失败 / 证据 / 人审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52E4C439-66F7-44CF-8D14-65C69A7C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DATA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6B7FD8E-0C03-4DEC-942D-95DB7E51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33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8BDA4EE-7A39-46DA-8E9A-6BC2CB7B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62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SQLite 持久化 / 重启后查询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D1295958-619C-4DAE-8335-384E3073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FEEDBACK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AB33BB7-0252-4896-BD71-16671ECC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244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207912A-F70C-4B54-A546-0CF2AC5C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52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观察进入审核，不直接改规则</a:t>
            </a:r>
          </a:p>
        </p:txBody>
      </p:sp>
      <p:sp>
        <p:nvSpPr>
          <p:cNvPr id="47" name="矩形: 圆角 46">
            <a:extLst xmlns:a="http://schemas.openxmlformats.org/drawingml/2006/main">
              <a:ext uri="{FF2B5EF4-FFF2-40B4-BE49-F238E27FC236}">
                <a16:creationId xmlns:a16="http://schemas.microsoft.com/office/drawing/2014/main" id="{03C0C698-5B96-4415-8BA2-4F0269E4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CCA86E4-C2AC-4CE4-9857-0E2A5872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527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DEMO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D9DD2DA2-BC4D-47A6-86AB-E10A54ED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00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真实环境现场运行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302BBF61-65C8-4F49-A995-16FDC434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24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成功 / 失败 / 回退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29A6A6F4-64A8-4A48-AD4C-0C3BB526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57200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代码仓库 → 可运营工作台</a:t>
            </a:r>
          </a:p>
        </p:txBody>
      </p:sp>
    </p:spTree>
    <p:extLst>
      <p:ext uri="{BB962C8B-B14F-4D97-AF65-F5344CB8AC3E}">
        <p14:creationId xmlns:p14="http://schemas.microsoft.com/office/powerpoint/2010/main" val="311117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L14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Harness 证据进入页面后，绿色才有可解释来源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Web：Codex 执行器探测、代码写入授权与白名单进入研发交付首屏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dc947063b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588a0e7504927"/>
          <a:stretch xmlns:a="http://schemas.openxmlformats.org/drawingml/2006/main"/>
        </p:blipFill>
        <p:spPr>
          <a:xfrm xmlns:a="http://schemas.openxmlformats.org/drawingml/2006/main">
            <a:off x="1891564" y="1897052"/>
            <a:ext cx="8529141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L14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空态、加载态、错误态与离线态必须分别设计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静态 Demo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读取真实 API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web/index.html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live data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吞错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显式 error state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web/app.js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UI guard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只看 DOM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API/SQLite 对账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workbench/api.py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triangulation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截图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缺陷+请求+修复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SQLite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同一 Task ID 在 DOM、API 与 SQLite 中状态一致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L14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Spec、事件与 Eval 要在同一 Task 下互相回指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Web：Harness 每条 Eval 的真实证据已进入页面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de2f0fc184f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0476131e049a5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L14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旧字段名让 evidence 为空时，页面必须显式失败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同一条规则必须用红灯和绿灯同时证明：断网、空字段和后端失败必须显式暴露，不能回退到旧快照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旧字段名让 evidence 为空，
页面仍显示绿色成功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7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漂亮截图不能替代交互、请求和权威状态核对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同一 Task ID 在 DOM、API 与 SQLite…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真实状态面板、Network 对账与截图证据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L14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财务子账提醒我们：显示层不能偷换权威口径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Web：结构化 Spec 与状态事件链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b0f79fab94f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9e41bc3764b72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L14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审计页证明操作者与动作都能被追溯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真实项目：财务中心把业务子账、资金与总账放在同一核对面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cc1009ffc4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02529aa9e40a5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L14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页面、API 与数据库各自承担不同责任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python -X utf8 -m web.serve…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越过：断网、空字段和后端失败必须显式暴露，不能回退到旧快照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web/index.html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验证：同一 Task ID 在 DOM、API 与 SQLite…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workbench/api.py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共同前提：漂亮截图不能替代交互、请求和权威状态核对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L14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断网、移动端、无障碍与轮询都要现场走查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14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打开真实页面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定位 Network 请求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 API Schema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回查 SQLite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7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真实状态面板、Network 对账与截图证据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python -X utf8 -m web.server --port…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漂亮截图不能替代交互、请求和权威状态核对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15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2026-09-01T07:16:43.1250000Z</dcterms:created>
  <dcterms:modified xsi:type="dcterms:W3CDTF">2026-09-01T07:16:43.1250000Z</dcterms:modified>
</coreProperties>
</file>