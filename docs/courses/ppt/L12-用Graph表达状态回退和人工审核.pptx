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4923411e5f49ed" /><Relationship Type="http://schemas.openxmlformats.org/officeDocument/2006/relationships/extended-properties" Target="/docProps/app.xml" Id="Rb78d29dd25104cc5" /><Relationship Type="http://schemas.openxmlformats.org/officeDocument/2006/relationships/officeDocument" Target="/ppt/presentation.xml" Id="R032da3bcfda743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dbc83f4e24f1f"/>
  </p:sldMasterIdLst>
  <p:notesMasterIdLst>
    <p:notesMasterId xmlns:r="http://schemas.openxmlformats.org/officeDocument/2006/relationships" r:id="R21c9b12f541845a2"/>
  </p:notesMasterIdLst>
  <p:sldIdLst>
    <p:sldId xmlns:r="http://schemas.openxmlformats.org/officeDocument/2006/relationships" id="256" r:id="R8ff87179bc274b97"/>
    <p:sldId xmlns:r="http://schemas.openxmlformats.org/officeDocument/2006/relationships" id="257" r:id="R7d73c360727848c1"/>
    <p:sldId xmlns:r="http://schemas.openxmlformats.org/officeDocument/2006/relationships" id="258" r:id="R544a8249c3284c15"/>
    <p:sldId xmlns:r="http://schemas.openxmlformats.org/officeDocument/2006/relationships" id="259" r:id="R97833f79b4ab4a34"/>
    <p:sldId xmlns:r="http://schemas.openxmlformats.org/officeDocument/2006/relationships" id="260" r:id="Rc5f601a401334039"/>
    <p:sldId xmlns:r="http://schemas.openxmlformats.org/officeDocument/2006/relationships" id="261" r:id="Rdd054304bce84cbb"/>
    <p:sldId xmlns:r="http://schemas.openxmlformats.org/officeDocument/2006/relationships" id="262" r:id="R0c9d3e136ef44d0d"/>
    <p:sldId xmlns:r="http://schemas.openxmlformats.org/officeDocument/2006/relationships" id="263" r:id="R8ee84673bf8642e4"/>
    <p:sldId xmlns:r="http://schemas.openxmlformats.org/officeDocument/2006/relationships" id="264" r:id="R2f01c4f07b55447f"/>
    <p:sldId xmlns:r="http://schemas.openxmlformats.org/officeDocument/2006/relationships" id="265" r:id="Rbffa4cce7e094dc0"/>
    <p:sldId xmlns:r="http://schemas.openxmlformats.org/officeDocument/2006/relationships" id="266" r:id="R306b92a9cdd8422c"/>
    <p:sldId xmlns:r="http://schemas.openxmlformats.org/officeDocument/2006/relationships" id="267" r:id="R0248c24183e74b13"/>
    <p:sldId xmlns:r="http://schemas.openxmlformats.org/officeDocument/2006/relationships" id="268" r:id="R7533e985fa6242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15797727ce4dd1" /><Relationship Type="http://schemas.openxmlformats.org/officeDocument/2006/relationships/slideMaster" Target="/ppt/slideMasters/slideMaster1.xml" Id="Rb46dbc83f4e24f1f" /><Relationship Type="http://schemas.openxmlformats.org/officeDocument/2006/relationships/notesMaster" Target="/ppt/notesMasters/notesMaster1.xml" Id="R21c9b12f541845a2" /><Relationship Type="http://schemas.openxmlformats.org/officeDocument/2006/relationships/presProps" Target="/ppt/presProps.xml" Id="Rac1765e78821401e" /><Relationship Type="http://schemas.openxmlformats.org/officeDocument/2006/relationships/viewProps" Target="/ppt/viewProps.xml" Id="Rc70f1f9a2c0b43b5" /><Relationship Type="http://schemas.openxmlformats.org/officeDocument/2006/relationships/tableStyles" Target="/ppt/tableStyles.xml" Id="Rc1364680844043e1" /><Relationship Type="http://schemas.openxmlformats.org/officeDocument/2006/relationships/slide" Target="/ppt/slides/slide1.xml" Id="R8ff87179bc274b97" /><Relationship Type="http://schemas.openxmlformats.org/officeDocument/2006/relationships/slide" Target="/ppt/slides/slide2.xml" Id="R7d73c360727848c1" /><Relationship Type="http://schemas.openxmlformats.org/officeDocument/2006/relationships/slide" Target="/ppt/slides/slide3.xml" Id="R544a8249c3284c15" /><Relationship Type="http://schemas.openxmlformats.org/officeDocument/2006/relationships/slide" Target="/ppt/slides/slide4.xml" Id="R97833f79b4ab4a34" /><Relationship Type="http://schemas.openxmlformats.org/officeDocument/2006/relationships/slide" Target="/ppt/slides/slide5.xml" Id="Rc5f601a401334039" /><Relationship Type="http://schemas.openxmlformats.org/officeDocument/2006/relationships/slide" Target="/ppt/slides/slide6.xml" Id="Rdd054304bce84cbb" /><Relationship Type="http://schemas.openxmlformats.org/officeDocument/2006/relationships/slide" Target="/ppt/slides/slide7.xml" Id="R0c9d3e136ef44d0d" /><Relationship Type="http://schemas.openxmlformats.org/officeDocument/2006/relationships/slide" Target="/ppt/slides/slide8.xml" Id="R8ee84673bf8642e4" /><Relationship Type="http://schemas.openxmlformats.org/officeDocument/2006/relationships/slide" Target="/ppt/slides/slide9.xml" Id="R2f01c4f07b55447f" /><Relationship Type="http://schemas.openxmlformats.org/officeDocument/2006/relationships/slide" Target="/ppt/slides/slide10.xml" Id="Rbffa4cce7e094dc0" /><Relationship Type="http://schemas.openxmlformats.org/officeDocument/2006/relationships/slide" Target="/ppt/slides/slide11.xml" Id="R306b92a9cdd8422c" /><Relationship Type="http://schemas.openxmlformats.org/officeDocument/2006/relationships/slide" Target="/ppt/slides/slide12.xml" Id="R0248c24183e74b13" /><Relationship Type="http://schemas.openxmlformats.org/officeDocument/2006/relationships/slide" Target="/ppt/slides/slide13.xml" Id="R7533e985fa62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ff31013d60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6860fc1024fc5" /><Relationship Type="http://schemas.openxmlformats.org/officeDocument/2006/relationships/notesMaster" Target="/ppt/notesMasters/notesMaster1.xml" Id="R19853363765749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741a46cf34975" /><Relationship Type="http://schemas.openxmlformats.org/officeDocument/2006/relationships/notesMaster" Target="/ppt/notesMasters/notesMaster1.xml" Id="R60b7ab4e00f7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e85a4898fd48ff" /><Relationship Type="http://schemas.openxmlformats.org/officeDocument/2006/relationships/notesMaster" Target="/ppt/notesMasters/notesMaster1.xml" Id="Rddbc726d408647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52b4a3474c4203" /><Relationship Type="http://schemas.openxmlformats.org/officeDocument/2006/relationships/notesMaster" Target="/ppt/notesMasters/notesMaster1.xml" Id="Rd15c29386de942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1f727a67e489d" /><Relationship Type="http://schemas.openxmlformats.org/officeDocument/2006/relationships/notesMaster" Target="/ppt/notesMasters/notesMaster1.xml" Id="Rd714ac54345045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a454586fa7407c" /><Relationship Type="http://schemas.openxmlformats.org/officeDocument/2006/relationships/notesMaster" Target="/ppt/notesMasters/notesMaster1.xml" Id="Rf6ac5675b1fb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153b1195884102" /><Relationship Type="http://schemas.openxmlformats.org/officeDocument/2006/relationships/notesMaster" Target="/ppt/notesMasters/notesMaster1.xml" Id="Rea3a078ee5cc47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ce0cf9b42c4d1f" /><Relationship Type="http://schemas.openxmlformats.org/officeDocument/2006/relationships/notesMaster" Target="/ppt/notesMasters/notesMaster1.xml" Id="R0f5b0549dec442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623955205d42ea" /><Relationship Type="http://schemas.openxmlformats.org/officeDocument/2006/relationships/notesMaster" Target="/ppt/notesMasters/notesMaster1.xml" Id="R514b5a5a06c64c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32a6d1d8894354" /><Relationship Type="http://schemas.openxmlformats.org/officeDocument/2006/relationships/notesMaster" Target="/ppt/notesMasters/notesMaster1.xml" Id="R12d7b193c8524e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2bb7bd7bcb408c" /><Relationship Type="http://schemas.openxmlformats.org/officeDocument/2006/relationships/notesMaster" Target="/ppt/notesMasters/notesMaster1.xml" Id="R8d3f47f95ea44a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62022cd1d24f21" /><Relationship Type="http://schemas.openxmlformats.org/officeDocument/2006/relationships/notesMaster" Target="/ppt/notesMasters/notesMaster1.xml" Id="R6e717f43dbf648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d6cfd3cb6f40bb" /><Relationship Type="http://schemas.openxmlformats.org/officeDocument/2006/relationships/notesMaster" Target="/ppt/notesMasters/notesMaster1.xml" Id="R35d220105498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本页判断：用 Graph 表达状态、回退和人工审核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本页判断：质量全绿，采购单为什么仍不能自动入库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D:\work\CodexFDE\docs\courses\assets\web-25-delivery-human-gate.png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本页判断：匿名 approve、双击审核与重启都在挑战同一条边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本页判断：两张状态机不能再被一串 if 混在一起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本页判断：Graph 的价值是持久状态、合法迁移与恢复点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本页判断：每条边都要回答：谁、凭什么、从哪到哪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本页判断：Blocking 全绿后仍停在 awaiting human review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D:\work\CodexFDE\docs\courses\assets\web-15-purchase-approval.png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本页判断：跨进程恢复必须携带 reviewer、decision 与版本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本页判断：Router 选局部下一跳，Graph 守全局合法迁移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本页判断：状态文件还要经受完整性、并发与防重放检查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本页判断：非法迁移必须失败且权威状态不变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课堂类型：状态机审判</a:t>
            </a:r>
          </a:p>
          <a:p xmlns:a="http://schemas.openxmlformats.org/drawingml/2006/main">
            <a:r>
              <a:t>本页判断：状态图能恢复，却还只能被本地进程理解</a:t>
            </a:r>
            <a:endParaRPr/>
          </a:p>
          <a:p xmlns:a="http://schemas.openxmlformats.org/drawingml/2006/main">
            <a:r>
              <a:t>课程主线：把业务状态、工作流状态与模型内部状态分开，为每条边写守卫并插入具名 Human Gate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agent.graph --max-rounds 3</a:t>
            </a:r>
          </a:p>
          <a:p xmlns:a="http://schemas.openxmlformats.org/drawingml/2006/main">
            <a:r>
              <a:t>边界：Router 选局部下一跳，Graph 守住全局合法迁移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D:\work\CodexFDE\docs\courses\L12-用Graph表达状态回退和人工审核.md</a:t>
            </a:r>
          </a:p>
          <a:p xmlns:a="http://schemas.openxmlformats.org/drawingml/2006/main">
            <a:r>
              <a:t>- D:\work\CodexFDE\course\tasks\L12-Graph与人工审核.md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0f62816494fb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d2e75639eb46c8" /><Relationship Type="http://schemas.openxmlformats.org/officeDocument/2006/relationships/slideLayout" Target="/ppt/slideLayouts/slideLayout1.xml" Id="R9e800639c5f74e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800639c5f74e0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819d9703f4b8d" /><Relationship Type="http://schemas.openxmlformats.org/officeDocument/2006/relationships/notesSlide" Target="/ppt/notesSlides/notesSlide1.xml" Id="Rc67518d6b3f54a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9556448ca4f71" /><Relationship Type="http://schemas.openxmlformats.org/officeDocument/2006/relationships/image" Target="/ppt/media/image.png" Id="R7c92bdfb35de46e7" /><Relationship Type="http://schemas.openxmlformats.org/officeDocument/2006/relationships/image" Target="/ppt/media/image.jpeg" Id="R03b4fa77f4fb4661" /><Relationship Type="http://schemas.openxmlformats.org/officeDocument/2006/relationships/notesSlide" Target="/ppt/notesSlides/notesSlide2.xml" Id="R2fc6222c96a94b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200aa9aea4d78" /><Relationship Type="http://schemas.openxmlformats.org/officeDocument/2006/relationships/notesSlide" Target="/ppt/notesSlides/notesSlide3.xml" Id="Rcda23210f7a74b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787c3c40e4c31" /><Relationship Type="http://schemas.openxmlformats.org/officeDocument/2006/relationships/notesSlide" Target="/ppt/notesSlides/notesSlide4.xml" Id="R3a57fe89e43442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fb4b1471d4ff5" /><Relationship Type="http://schemas.openxmlformats.org/officeDocument/2006/relationships/notesSlide" Target="/ppt/notesSlides/notesSlide5.xml" Id="R46f4a846075d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332510ab74b15" /><Relationship Type="http://schemas.openxmlformats.org/officeDocument/2006/relationships/notesSlide" Target="/ppt/notesSlides/notesSlide6.xml" Id="R423b23ac25a640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3aaf22cae48d2" /><Relationship Type="http://schemas.openxmlformats.org/officeDocument/2006/relationships/notesSlide" Target="/ppt/notesSlides/notesSlide7.xml" Id="R02cf841d7933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1065409bd42d7" /><Relationship Type="http://schemas.openxmlformats.org/officeDocument/2006/relationships/image" Target="/ppt/media/image.png" Id="R762cd407db514a6d" /><Relationship Type="http://schemas.openxmlformats.org/officeDocument/2006/relationships/image" Target="/ppt/media/image2.jpeg" Id="R3e07aa8ffa8245ab" /><Relationship Type="http://schemas.openxmlformats.org/officeDocument/2006/relationships/notesSlide" Target="/ppt/notesSlides/notesSlide8.xml" Id="Rfe8c6ee5a7b14e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c53608542475a" /><Relationship Type="http://schemas.openxmlformats.org/officeDocument/2006/relationships/notesSlide" Target="/ppt/notesSlides/notesSlide9.xml" Id="Rcb6e3aafdbb34e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3f670b3c74d38" /><Relationship Type="http://schemas.openxmlformats.org/officeDocument/2006/relationships/notesSlide" Target="/ppt/notesSlides/notesSlide10.xml" Id="R634bf812d9d442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2e728ae50489b" /><Relationship Type="http://schemas.openxmlformats.org/officeDocument/2006/relationships/notesSlide" Target="/ppt/notesSlides/notesSlide11.xml" Id="Rcf4194d7fa9146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6c636d11f4454" /><Relationship Type="http://schemas.openxmlformats.org/officeDocument/2006/relationships/notesSlide" Target="/ppt/notesSlides/notesSlide12.xml" Id="Re3e120a3258a41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1946b248840bb" /><Relationship Type="http://schemas.openxmlformats.org/officeDocument/2006/relationships/notesSlide" Target="/ppt/notesSlides/notesSlide13.xml" Id="R11a8a5316e824e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L12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用 Graph 表达状态、回退和人工审核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主线：把业务状态、工作流状态与模型内部状态分开，为每条边写守卫并插入具名 Human Gate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L12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质量全绿，采购单为什么仍不能自动入库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研发交付页保留具名人工审核关口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2bdfb35de46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4fa77f4fb4661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L12 · 状态机审判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匿名 approve、双击审核与重启都在挑战同一条边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裁决标准：每条边有守卫；awaiting_human_review 只能由具名决定推进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匿名 approve、重复点击或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到达最大轮数后自动越过人审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58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本页只解决一个冲突：匿名 approve、重复点击或到达最大轮数后自动越过人审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L12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全绿为何不能自动批准？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聊天等待为什么不可恢复？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三种状态怎样避免混用？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课堂收件物：Graph State、Trace、审核记录与恢复点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7D5079-CC1B-469C-8ABA-E592A3C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L12 · 状态机审判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EDE8A0-34ED-48C3-9FE6-D819C69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948296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两张状态机不能再被一串 if 混在一起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8FF44B-83AF-4886-85A5-B589C67E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21AC50A-5A80-43CA-AFDE-D411F4F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3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状态藏在日志</a:t>
            </a:r>
          </a:p>
        </p:txBody>
      </p:sp>
      <p:sp>
        <p:nvSpPr>
          <p:cNvPr id="14" name="箭头: 右 13">
            <a:extLst xmlns:a="http://schemas.openxmlformats.org/drawingml/2006/main">
              <a:ext uri="{FF2B5EF4-FFF2-40B4-BE49-F238E27FC236}">
                <a16:creationId xmlns:a16="http://schemas.microsoft.com/office/drawing/2014/main" id="{5B068980-2C15-4164-AC23-6A96C3F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E15024E-A449-424A-98BA-B4E7001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9DCF79-DB1E-4336-8775-60639D6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控制位置迁移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0FB5D26-1E6B-430A-AA74-00980AE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0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显式节点与边 → 持久 awaiting 状态</a:t>
            </a:r>
          </a:p>
        </p:txBody>
      </p:sp>
      <p:sp>
        <p:nvSpPr>
          <p:cNvPr id="18" name="箭头: 右 17">
            <a:extLst xmlns:a="http://schemas.openxmlformats.org/drawingml/2006/main">
              <a:ext uri="{FF2B5EF4-FFF2-40B4-BE49-F238E27FC236}">
                <a16:creationId xmlns:a16="http://schemas.microsoft.com/office/drawing/2014/main" id="{D2D93868-5D9B-4619-9DFD-E046F85B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3DBE9C3-E2B7-4378-84D6-5C202BD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恢复点继续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C04C5F0-9576-4A91-A1A8-0704FF43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D10493-8ADB-4723-920D-DC380619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定义 / Contract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9BAF19C-ED9E-4B6C-AA3A-3FC201E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975E80F-3C6D-4A24-AE2C-5FB380E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/ Control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F3F7675-CF02-4572-8703-0F01AA33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DD70B61-4263-4029-BE60-A3A7845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失败 / Evidence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1ACF70D-7170-4499-9883-FB9FD32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AAD40B8-4023-4DE4-BA22-C246DDE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交接 / Handoff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BAC7070-A5BD-4C3D-A197-E012979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88CDCFB-A083-41F5-A381-895B4F4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旧的安全感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30D64E0-6F23-46E8-8472-0B56625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一串 if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状态藏在日志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37B404F-929A-4F08-A61B-0102664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专业能力迁移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8E3213B-BE32-4894-8A9E-F0761CC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提示暂停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 awaiting 状态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283840A-C87C-4F39-B43D-97714CD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可扩展地负责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9567FC0-75E3-42B0-B2B2-B463661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重启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恢复点继续</a:t>
            </a:r>
          </a:p>
        </p:txBody>
      </p:sp>
    </p:spTree>
    <p:extLst>
      <p:ext uri="{BB962C8B-B14F-4D97-AF65-F5344CB8AC3E}">
        <p14:creationId xmlns:p14="http://schemas.microsoft.com/office/powerpoint/2010/main" val="709964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L12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Graph 的价值是持久状态、合法迁移与恢复点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控制先于自动化：Router 选局部下一跳，Graph 守住全局合法迁移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55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持久化状态与事件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agent/graph.py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Router 选局部下一跳，Graph 守住全局合法迁移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state.json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每条边有守卫；awaiting_human_review 只能由具名决定推进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把本地 Graph 状态封装成可查询 Task API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L12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每条边都要回答：谁、凭什么、从哪到哪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一串 if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显式节点与边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agent/graph.py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Graph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提示暂停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 awaiting 状态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state.json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state.json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匿名审核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身份+理由+版本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trace.json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重启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恢复点继续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review.json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重启后恢复同一状态，非法迁移被拒绝且状态不变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L12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Blocking 全绿后仍停在 awaiting human review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真实项目：采购草稿、待审批与待收货是受业务守卫控制的不同状态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cd407db51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7aa8ffa8245ab"/>
          <a:stretch xmlns:a="http://schemas.openxmlformats.org/drawingml/2006/main"/>
        </p:blipFill>
        <p:spPr>
          <a:xfrm xmlns:a="http://schemas.openxmlformats.org/drawingml/2006/main">
            <a:off x="1908964" y="1897052"/>
            <a:ext cx="84943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D49DE0-15C9-4800-AF2B-52058D06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L12 · 可执行协议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1746CC-96E0-4943-BE9C-DE00939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8107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跨进程恢复必须携带 reviewer、decision 与版本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C778D5-6DF1-4DF0-941C-239FFE1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只认命令、状态和证据，不认模型自述。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1FBB94-A906-4AE2-A4F7-1E8A6F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BCEE04FB-4145-465C-B7FF-3B55827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440FDB9-80AC-454F-932B-F10EEFB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3A"/>
          </a:solidFill>
          <a:ln xmlns:a="http://schemas.openxmlformats.org/drawingml/2006/main" w="0">
            <a:solidFill>
              <a:srgbClr val="13293A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97999288-6600-4ABD-8B4D-E5E75FC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7603F459-86EC-47B2-B2FE-07DB5BB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E453BD9-2263-4E4F-9183-153BE604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77A0B9-F3F2-4650-8E49-2A0B3C8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l12_delivery.ps1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15866D8-3BCC-4B24-BCE1-89EF850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$ 01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1F1A215-0B08-48A6-BF4C-7742854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0DE25F6-6B93-44D7-9CE3-57CFF64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列出有限状态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DA684CC-9F73-4AF9-81AB-36A3D6A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$ 02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EA1332B-5F10-408F-ADA7-79EA6B9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EXECUTE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C6BB1D1-461B-4A7E-A5B5-D9E2CB0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0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agent.graph --max-rounds 3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2AA1072-F3B5-4931-BBF4-214A74C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$ 03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B32AF31-0897-4798-A1E5-9462289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VERIFY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D489B47-1F1A-4EDA-AA1B-65A49E5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67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重启后恢复同一状态，非法迁移被拒绝且状态不变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E076DD-187B-4E37-831B-E915D2B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$ 04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F52BF3F-6B01-4ECA-AEF5-B42FA9C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993E269-7B99-406E-A2B7-EDA121C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33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把本地 Graph 状态封装成可查询 Task API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9ABC7C1-A726-4053-BD01-A01CCA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E1B6931-113A-4E1C-80C6-71261DAC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一条链直接复现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E9DA1B5B-C67C-4999-9901-FEB0AEB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478CB23-86B0-414C-9BC7-F8C5EAF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可验证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851B205-91DF-4B69-AA6A-EE4ED9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可追踪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741C37D-9DEC-49A7-A998-28CE6BF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可移交</a:t>
            </a:r>
          </a:p>
        </p:txBody>
      </p:sp>
    </p:spTree>
    <p:extLst>
      <p:ext uri="{BB962C8B-B14F-4D97-AF65-F5344CB8AC3E}">
        <p14:creationId xmlns:p14="http://schemas.microsoft.com/office/powerpoint/2010/main" val="617415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L12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Router 选局部下一跳，Graph 守全局合法迁移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agent.gra…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越过：每条边有守卫；awaiting_human_rev…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agent/graph.py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验证：重启后恢复同一状态，非法迁移被拒绝且状态不变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trace.json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共同前提：Router 选局部下一跳，Graph 守住全局合法迁移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L12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状态文件还要经受完整性、并发与防重放检查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列出有限状态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为每条边写守卫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持久化状态与事件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插入具名 Human Gate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05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Graph State、Trace、审核记录与恢复点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agent.graph --max…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Router 选局部下一跳，Graph 守住全局合法迁移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L12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非法迁移必须失败且权威状态不变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同一条规则必须用红灯和绿灯同时证明：每条边有守卫；awaiting_human_review 只能由具名决定推进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匿名 approve、重复点击或到达
最大轮数后自动越过人审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6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Router 选局部下一跳，Graph 守住全局合法迁移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5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重启后恢复同一状态，非法迁移被拒绝且状态不变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Graph State、Trace、审核记录与恢复点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2026-09-01T07:16:35.5160000Z</dcterms:created>
  <dcterms:modified xsi:type="dcterms:W3CDTF">2026-09-01T07:16:35.5160000Z</dcterms:modified>
</coreProperties>
</file>