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831287ec84603" /><Relationship Type="http://schemas.openxmlformats.org/officeDocument/2006/relationships/extended-properties" Target="/docProps/app.xml" Id="Re2616cc496664f74" /><Relationship Type="http://schemas.openxmlformats.org/officeDocument/2006/relationships/officeDocument" Target="/ppt/presentation.xml" Id="R1851384218ff44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408cd0c8145b6"/>
  </p:sldMasterIdLst>
  <p:notesMasterIdLst>
    <p:notesMasterId xmlns:r="http://schemas.openxmlformats.org/officeDocument/2006/relationships" r:id="Ra12b3753467f43ec"/>
  </p:notesMasterIdLst>
  <p:sldIdLst>
    <p:sldId xmlns:r="http://schemas.openxmlformats.org/officeDocument/2006/relationships" id="256" r:id="Rb3008b28834147a6"/>
    <p:sldId xmlns:r="http://schemas.openxmlformats.org/officeDocument/2006/relationships" id="257" r:id="Rb80bbd8ea3824601"/>
    <p:sldId xmlns:r="http://schemas.openxmlformats.org/officeDocument/2006/relationships" id="258" r:id="Rf63632f2c7264350"/>
    <p:sldId xmlns:r="http://schemas.openxmlformats.org/officeDocument/2006/relationships" id="259" r:id="Rcd27f9fdd42d4cb5"/>
    <p:sldId xmlns:r="http://schemas.openxmlformats.org/officeDocument/2006/relationships" id="260" r:id="R5dc8c60eefb74d83"/>
    <p:sldId xmlns:r="http://schemas.openxmlformats.org/officeDocument/2006/relationships" id="261" r:id="R2269187ed4984d52"/>
    <p:sldId xmlns:r="http://schemas.openxmlformats.org/officeDocument/2006/relationships" id="262" r:id="R0d9a9c6fe4f04818"/>
    <p:sldId xmlns:r="http://schemas.openxmlformats.org/officeDocument/2006/relationships" id="263" r:id="R73c7541a80694a12"/>
    <p:sldId xmlns:r="http://schemas.openxmlformats.org/officeDocument/2006/relationships" id="264" r:id="Ra1a4b1c769164515"/>
    <p:sldId xmlns:r="http://schemas.openxmlformats.org/officeDocument/2006/relationships" id="265" r:id="Rc9046700d6194107"/>
    <p:sldId xmlns:r="http://schemas.openxmlformats.org/officeDocument/2006/relationships" id="266" r:id="Rc013fe9e39e840df"/>
    <p:sldId xmlns:r="http://schemas.openxmlformats.org/officeDocument/2006/relationships" id="267" r:id="R93af194ea0724b28"/>
    <p:sldId xmlns:r="http://schemas.openxmlformats.org/officeDocument/2006/relationships" id="268" r:id="R6463e67586a9438c"/>
    <p:sldId xmlns:r="http://schemas.openxmlformats.org/officeDocument/2006/relationships" id="269" r:id="R066ea9f55d1445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54cd40ecd94c2f" /><Relationship Type="http://schemas.openxmlformats.org/officeDocument/2006/relationships/slideMaster" Target="/ppt/slideMasters/slideMaster1.xml" Id="Rc71408cd0c8145b6" /><Relationship Type="http://schemas.openxmlformats.org/officeDocument/2006/relationships/notesMaster" Target="/ppt/notesMasters/notesMaster1.xml" Id="Ra12b3753467f43ec" /><Relationship Type="http://schemas.openxmlformats.org/officeDocument/2006/relationships/presProps" Target="/ppt/presProps.xml" Id="Raee938616be24b29" /><Relationship Type="http://schemas.openxmlformats.org/officeDocument/2006/relationships/viewProps" Target="/ppt/viewProps.xml" Id="R198f35f32d424e0e" /><Relationship Type="http://schemas.openxmlformats.org/officeDocument/2006/relationships/tableStyles" Target="/ppt/tableStyles.xml" Id="Rafc04724809542a7" /><Relationship Type="http://schemas.openxmlformats.org/officeDocument/2006/relationships/slide" Target="/ppt/slides/slide1.xml" Id="Rb3008b28834147a6" /><Relationship Type="http://schemas.openxmlformats.org/officeDocument/2006/relationships/slide" Target="/ppt/slides/slide2.xml" Id="Rb80bbd8ea3824601" /><Relationship Type="http://schemas.openxmlformats.org/officeDocument/2006/relationships/slide" Target="/ppt/slides/slide3.xml" Id="Rf63632f2c7264350" /><Relationship Type="http://schemas.openxmlformats.org/officeDocument/2006/relationships/slide" Target="/ppt/slides/slide4.xml" Id="Rcd27f9fdd42d4cb5" /><Relationship Type="http://schemas.openxmlformats.org/officeDocument/2006/relationships/slide" Target="/ppt/slides/slide5.xml" Id="R5dc8c60eefb74d83" /><Relationship Type="http://schemas.openxmlformats.org/officeDocument/2006/relationships/slide" Target="/ppt/slides/slide6.xml" Id="R2269187ed4984d52" /><Relationship Type="http://schemas.openxmlformats.org/officeDocument/2006/relationships/slide" Target="/ppt/slides/slide7.xml" Id="R0d9a9c6fe4f04818" /><Relationship Type="http://schemas.openxmlformats.org/officeDocument/2006/relationships/slide" Target="/ppt/slides/slide8.xml" Id="R73c7541a80694a12" /><Relationship Type="http://schemas.openxmlformats.org/officeDocument/2006/relationships/slide" Target="/ppt/slides/slide9.xml" Id="Ra1a4b1c769164515" /><Relationship Type="http://schemas.openxmlformats.org/officeDocument/2006/relationships/slide" Target="/ppt/slides/slide10.xml" Id="Rc9046700d6194107" /><Relationship Type="http://schemas.openxmlformats.org/officeDocument/2006/relationships/slide" Target="/ppt/slides/slide11.xml" Id="Rc013fe9e39e840df" /><Relationship Type="http://schemas.openxmlformats.org/officeDocument/2006/relationships/slide" Target="/ppt/slides/slide12.xml" Id="R93af194ea0724b28" /><Relationship Type="http://schemas.openxmlformats.org/officeDocument/2006/relationships/slide" Target="/ppt/slides/slide13.xml" Id="R6463e67586a9438c" /><Relationship Type="http://schemas.openxmlformats.org/officeDocument/2006/relationships/slide" Target="/ppt/slides/slide14.xml" Id="R066ea9f55d14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aa1672fe940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cb85378d43490a" /><Relationship Type="http://schemas.openxmlformats.org/officeDocument/2006/relationships/notesMaster" Target="/ppt/notesMasters/notesMaster1.xml" Id="R04f9d1f2d39546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4714a92e54374" /><Relationship Type="http://schemas.openxmlformats.org/officeDocument/2006/relationships/notesMaster" Target="/ppt/notesMasters/notesMaster1.xml" Id="R1c4e8da80640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4d2103041b4c14" /><Relationship Type="http://schemas.openxmlformats.org/officeDocument/2006/relationships/notesMaster" Target="/ppt/notesMasters/notesMaster1.xml" Id="Rd67de9f0caa747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3a0e4f41941d6" /><Relationship Type="http://schemas.openxmlformats.org/officeDocument/2006/relationships/notesMaster" Target="/ppt/notesMasters/notesMaster1.xml" Id="R87fb75deafc940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57be816b584c96" /><Relationship Type="http://schemas.openxmlformats.org/officeDocument/2006/relationships/notesMaster" Target="/ppt/notesMasters/notesMaster1.xml" Id="Ra9cf50b0d13c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2e9c557a114adf" /><Relationship Type="http://schemas.openxmlformats.org/officeDocument/2006/relationships/notesMaster" Target="/ppt/notesMasters/notesMaster1.xml" Id="Ra9894f97a47443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3eb4b97224493f" /><Relationship Type="http://schemas.openxmlformats.org/officeDocument/2006/relationships/notesMaster" Target="/ppt/notesMasters/notesMaster1.xml" Id="Rbcf442ad5d73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eb28e9fdab4e05" /><Relationship Type="http://schemas.openxmlformats.org/officeDocument/2006/relationships/notesMaster" Target="/ppt/notesMasters/notesMaster1.xml" Id="R50ff2f0d88174b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fd0125b87a48ec" /><Relationship Type="http://schemas.openxmlformats.org/officeDocument/2006/relationships/notesMaster" Target="/ppt/notesMasters/notesMaster1.xml" Id="R8ed47edaf8744a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21b8ee82174482" /><Relationship Type="http://schemas.openxmlformats.org/officeDocument/2006/relationships/notesMaster" Target="/ppt/notesMasters/notesMaster1.xml" Id="R7cbfa4ea095647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472e86613e415c" /><Relationship Type="http://schemas.openxmlformats.org/officeDocument/2006/relationships/notesMaster" Target="/ppt/notesMasters/notesMaster1.xml" Id="R4e37c39f0f2e4d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505d6ca8dc4e31" /><Relationship Type="http://schemas.openxmlformats.org/officeDocument/2006/relationships/notesMaster" Target="/ppt/notesMasters/notesMaster1.xml" Id="Rde053aeb6b0a4d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ed28a6ff7942fa" /><Relationship Type="http://schemas.openxmlformats.org/officeDocument/2006/relationships/notesMaster" Target="/ppt/notesMasters/notesMaster1.xml" Id="R698931491cc045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b3a07ac4124ab7" /><Relationship Type="http://schemas.openxmlformats.org/officeDocument/2006/relationships/notesMaster" Target="/ppt/notesMasters/notesMaster1.xml" Id="R8bd06c3ff7de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本页判断：把执行链路封装成任务 API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本页判断：两个客户端同时推进同一 Task，谁才是权威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本页判断：API 的产品入口先声明执行模式、写集和超时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D:\work\CodexFDE\docs\courses\assets\web-20-delivery-task-live.png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本页判断：API 不是给 CLI 套一层 HTTP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本页判断：Task 生命周期必须比一次进程活得更久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本页判断：资源、端点、状态迁移和错误码要逐项验收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本页判断：自动推进到 review，也不能跳过具名审核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D:\work\CodexFDE\docs\courses\assets\web-26-delivery-real-code-executor.png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本页判断：非法迁移返回 409，状态与事件保持一致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本页判断：任务级 Spec 与业务对象必须随 Task 一起查询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D:\work\CodexFDE\docs\courses\assets\web-21-delivery-auto-review.png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本页判断：SQLite 持久化保存 Task、事件和审核身份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本页判断：ACL 过滤必须早于 Memory 相关性排序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本页判断：通用 Memory API 是挑战线，当前实现边界要诚实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课堂类型：API 合同审查</a:t>
            </a:r>
          </a:p>
          <a:p xmlns:a="http://schemas.openxmlformats.org/drawingml/2006/main">
            <a:r>
              <a:t>本页判断：JSON 已经说真话，但大多数用户不会阅读 JSON</a:t>
            </a:r>
            <a:endParaRPr/>
          </a:p>
          <a:p xmlns:a="http://schemas.openxmlformats.org/drawingml/2006/main">
            <a:r>
              <a:t>课程主线：把命令变成可恢复 Task 资源，用服务端状态机处理并发、幂等、事件和错误合同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workbench.api --port 8770</a:t>
            </a:r>
          </a:p>
          <a:p xmlns:a="http://schemas.openxmlformats.org/drawingml/2006/main">
            <a:r>
              <a:t>边界：通用 Memory API 是挑战线；当前实现不能被架构图夸大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D:\work\CodexFDE\docs\courses\L13-把执行链路封装成任务API.md</a:t>
            </a:r>
          </a:p>
          <a:p xmlns:a="http://schemas.openxmlformats.org/drawingml/2006/main">
            <a:r>
              <a:t>- D:\work\CodexFDE\course\tasks\L13-任务API.md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6ed91ea26489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7febfa26e490e" /><Relationship Type="http://schemas.openxmlformats.org/officeDocument/2006/relationships/slideLayout" Target="/ppt/slideLayouts/slideLayout1.xml" Id="R5f3e39a584164b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e39a584164b8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20bb07742487f" /><Relationship Type="http://schemas.openxmlformats.org/officeDocument/2006/relationships/notesSlide" Target="/ppt/notesSlides/notesSlide1.xml" Id="R72c8628d2987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d4db8b564dac" /><Relationship Type="http://schemas.openxmlformats.org/officeDocument/2006/relationships/notesSlide" Target="/ppt/notesSlides/notesSlide2.xml" Id="R6a08adfb9076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b1f199789481b" /><Relationship Type="http://schemas.openxmlformats.org/officeDocument/2006/relationships/notesSlide" Target="/ppt/notesSlides/notesSlide3.xml" Id="Red7fcf6ce9df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152f930704be5" /><Relationship Type="http://schemas.openxmlformats.org/officeDocument/2006/relationships/image" Target="/ppt/media/image.png" Id="Rae55384ff2ff467d" /><Relationship Type="http://schemas.openxmlformats.org/officeDocument/2006/relationships/image" Target="/ppt/media/image.jpeg" Id="R0126269185e04e42" /><Relationship Type="http://schemas.openxmlformats.org/officeDocument/2006/relationships/notesSlide" Target="/ppt/notesSlides/notesSlide4.xml" Id="Rfa01f42e55ba46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1dd368e4242c0" /><Relationship Type="http://schemas.openxmlformats.org/officeDocument/2006/relationships/notesSlide" Target="/ppt/notesSlides/notesSlide5.xml" Id="R81b5992ab008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174a1217b4b6c" /><Relationship Type="http://schemas.openxmlformats.org/officeDocument/2006/relationships/notesSlide" Target="/ppt/notesSlides/notesSlide6.xml" Id="R26ee5e23a762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8e2b35be44d54" /><Relationship Type="http://schemas.openxmlformats.org/officeDocument/2006/relationships/notesSlide" Target="/ppt/notesSlides/notesSlide7.xml" Id="R5b0cc65ddfb44d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2270fa5904bf2" /><Relationship Type="http://schemas.openxmlformats.org/officeDocument/2006/relationships/image" Target="/ppt/media/image.png" Id="Rafbc1d432b08473a" /><Relationship Type="http://schemas.openxmlformats.org/officeDocument/2006/relationships/image" Target="/ppt/media/image2.jpeg" Id="Re80c9a83b2324a81" /><Relationship Type="http://schemas.openxmlformats.org/officeDocument/2006/relationships/notesSlide" Target="/ppt/notesSlides/notesSlide8.xml" Id="R219b1148499f4c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257ac1b5428f" /><Relationship Type="http://schemas.openxmlformats.org/officeDocument/2006/relationships/notesSlide" Target="/ppt/notesSlides/notesSlide9.xml" Id="Re66c01fd71d44f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e91fc84064a87" /><Relationship Type="http://schemas.openxmlformats.org/officeDocument/2006/relationships/image" Target="/ppt/media/image.png" Id="Rb5a6a9ad89bd438a" /><Relationship Type="http://schemas.openxmlformats.org/officeDocument/2006/relationships/image" Target="/ppt/media/image3.jpeg" Id="R9dd4b95cf7ed4dc5" /><Relationship Type="http://schemas.openxmlformats.org/officeDocument/2006/relationships/notesSlide" Target="/ppt/notesSlides/notesSlide10.xml" Id="R9787541402a546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9dbaedaa74e0d" /><Relationship Type="http://schemas.openxmlformats.org/officeDocument/2006/relationships/notesSlide" Target="/ppt/notesSlides/notesSlide11.xml" Id="R9c9f67e5585f4b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701ba103454e" /><Relationship Type="http://schemas.openxmlformats.org/officeDocument/2006/relationships/notesSlide" Target="/ppt/notesSlides/notesSlide12.xml" Id="R3c1a3995f13842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9c1417694063" /><Relationship Type="http://schemas.openxmlformats.org/officeDocument/2006/relationships/notesSlide" Target="/ppt/notesSlides/notesSlide13.xml" Id="Re506cac6a6894e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58087f69d4d57" /><Relationship Type="http://schemas.openxmlformats.org/officeDocument/2006/relationships/notesSlide" Target="/ppt/notesSlides/notesSlide14.xml" Id="Rf918123b13f7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L13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把执行链路封装成任务 API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主线：把命令变成可恢复 Task 资源，用服务端状态机处理并发、幂等、事件和错误合同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L13 · API 合同审查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两个客户端同时推进同一 Task，谁才是权威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裁决标准：非法迁移返回 409；重启后 Task、事件和审核仍可查询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两个客户端同时推进同一 Task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，内存状态与 SQLite 状态分叉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2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本页只解决一个冲突：两个客户端同时推进同一 Task，内存状态与 SQLite 状态分叉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L13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202 / 200 / 409 各说明什么？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并发领取怎样只成功一个？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重启后须保留哪些 Task 事实？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课堂收件物：持久化 Task API 与 Memory/Context API 合同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API 的产品入口先声明执行模式、写集和超时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交付工作台展示任务创建入口与可查询概览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5384ff2ff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6269185e04e42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9B7DC0-36A3-42C4-884A-228D404D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平台化落点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52EB37-4797-48C0-A36C-E963C441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API 不是给 CLI 套一层 HTTP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412BA2-D1A7-48AF-9191-11ABE06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把 持久化 Task API 与 Memory/Context API 合同 变成可查询、可恢复、可审查的真实功能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72B2BA-A0B5-4882-ACE9-BA67B0A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BE20B9F1-A3C3-4EB4-A199-0790269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23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6100D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680EAE6-4B03-4C76-958F-6544E13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21"/>
          </a:solidFill>
          <a:ln xmlns:a="http://schemas.openxmlformats.org/drawingml/2006/main" w="0">
            <a:solidFill>
              <a:srgbClr val="0D2B21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F86D973-C719-4A44-BD87-BD71CB7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FLOWERP_WORKBENCH / LIVE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265A664-0C0A-4516-A140-8B76C18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API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2E76E90-82CB-415F-8860-11FC30F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9694D4D-E824-451B-B995-95BE574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81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提交 / 查询 / 合法状态迁移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F5DE647-7785-4F7B-AC8E-A2D3DA2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WEB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5050F19-D33E-455A-AB3F-812DA61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CD059C4A-2646-4E7F-9FA4-6E002EF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任务 / 失败 / 证据 / 人审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2E4C439-66F7-44CF-8D14-65C69A7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DATA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6B7FD8E-0C03-4DEC-942D-95DB7E5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8BDA4EE-7A39-46DA-8E9A-6BC2CB7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62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SQLite 持久化 / 重启后查询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D1295958-619C-4DAE-8335-384E3073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FEEDBACK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AB33BB7-0252-4896-BD71-16671ECC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207912A-F70C-4B54-A546-0CF2AC5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52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观察进入审核，不直接改规则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03C0C698-5B96-4415-8BA2-4F0269E4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CCA86E4-C2AC-4CE4-9857-0E2A587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527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DEMO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9DD2DA2-BC4D-47A6-86AB-E10A54E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0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真实环境现场运行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02BBF61-65C8-4F49-A995-16FDC434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24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成功 / 失败 / 回退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9A6A6F4-64A8-4A48-AD4C-0C3BB52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7200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代码仓库 → 可运营工作台</a:t>
            </a:r>
          </a:p>
        </p:txBody>
      </p:sp>
    </p:spTree>
    <p:extLst>
      <p:ext uri="{BB962C8B-B14F-4D97-AF65-F5344CB8AC3E}">
        <p14:creationId xmlns:p14="http://schemas.microsoft.com/office/powerpoint/2010/main" val="3111174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C0B59-1AE4-4A55-A3CA-117862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L13 · API 合同审查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EAC7C3-EE11-4DA9-88D8-50FF34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0" y="108775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990"/>
              </a:lnSpc>
              <a:buNone/>
            </a:pPr>
            <a:r>
              <a:rPr sz="26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Task 生命周期必须比一次进程活得更久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5D57-7201-4403-AA3A-513D7FF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0B9AA0-BF74-45AE-BDBE-E4EA9DC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513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648D2C5F-BD1C-4C00-AAB1-BB4163E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32009C0-8F48-4469-96EF-FB0BB71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持久 Task 资源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3C4F4CE-C197-4DBE-BF20-D2F02FD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API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FA571A7-CBB9-43C7-8999-07DED08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5A6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CA39F7E-69E5-456E-977A-8C965B8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服务端状态机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A7A9109-6D6C-44DE-92B5-A34A6C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409 guard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03A22F6-B8E1-4F96-9A76-A948C29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5C8D0D7-42D7-4893-8BF0-B321943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错误码+证据引用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8B023A-06DF-4DB8-AFAC-BFBFF80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contract</a:t>
            </a:r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6C62559B-C59E-4948-A484-14F517D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39FFB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B0BF075-3CB9-44FC-AFC7-145BEB5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ACL+采用/排除理由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BE91A4-7AF5-47DA-8710-6F0CFE9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Context API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31892934-0B38-4EE6-8536-2021A0D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9105"/>
            <a:ext cx="914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066E113-6158-47D1-B3A6-ACF137A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0245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554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结业判定：Task ID、事件序列、错误合同和数据库状态一致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1E2DFA7-2BFE-4766-BE73-0AB2E3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39293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不是概念清单，而是同一事件连续形成的可验收版本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696D0DA-D9CE-4C65-9BAD-675A89A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86918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V0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9A59F63-1DE5-499D-B401-23C3EEF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83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CB8FF3B-45ED-4B26-9BB4-0DFE19D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V1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0C44A94-EE1E-4D43-A4CF-FD47DC3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E67DF79-64F2-4CDF-A25A-C86D42B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V2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F4C0797-E3C2-4F4B-969B-5A1125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REPAIR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6B24EB8-E5FC-4ABF-A982-4E4E76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V3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E1B35615-95B7-49EE-82D3-D76A13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OPERATE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25FF185-A2B0-456E-992C-2C7394B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468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主线不断档：把命令变成可恢复 Task 资源，用服务端状态机处理并发、幂等、事件和错误合同</a:t>
            </a:r>
          </a:p>
        </p:txBody>
      </p:sp>
    </p:spTree>
    <p:extLst>
      <p:ext uri="{BB962C8B-B14F-4D97-AF65-F5344CB8AC3E}">
        <p14:creationId xmlns:p14="http://schemas.microsoft.com/office/powerpoint/2010/main" val="312736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L13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资源、端点、状态迁移和错误码要逐项验收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函数调用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 Task 资源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workbench/api.py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API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任意状态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服务端状态机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workbench/store.py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409 guard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错误文本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错误码+证据引用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task_events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contract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 搜索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ACL+采用/排除理由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error contract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Task ID、事件序列、错误合同和数据库状态一致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自动推进到 review，也不能跳过具名审核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任务 API 的产品入口：页面先探测 Codex CLI，再提交执行模式、写入范围与超时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c1d432b0847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c9a83b2324a81"/>
          <a:stretch xmlns:a="http://schemas.openxmlformats.org/drawingml/2006/main"/>
        </p:blipFill>
        <p:spPr>
          <a:xfrm xmlns:a="http://schemas.openxmlformats.org/drawingml/2006/main">
            <a:off x="1891564" y="1897052"/>
            <a:ext cx="85291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非法迁移返回 409，状态与事件保持一致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控制先于自动化：通用 Memory API 是挑战线；当前实现不能被架构图夸大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持久化事件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1923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workbench/api.py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通用 Memory API 是挑战线；当前实现不能被架构图…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workbench/store.py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非法迁移返回 409；重启后 Task、事件和审核仍可查询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把可查询状态变成可理解的 Web 工作页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任务级 Spec 与业务对象必须随 Task 一起查询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Web：一次提交后平台自动推进，评测全绿停在具名审核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6a9ad89bd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4b95cf7ed4dc5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4E8E9-5C7F-4A0B-ABC6-0A406D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仓库落点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147F4A-696F-4FDE-978A-60C84F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SQLite 持久化保存 Task、事件和审核身份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9941A7-3BEA-4C8F-AE3B-6CAA362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5010127-3782-4E28-9C51-2E5ACC1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47B4F-91B2-413E-BB57-D0D920C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PROJECT_TREE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8C2932-F126-4C62-9B8F-D0CE735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├─ workbench/api.py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0D5F59-EFDE-40E1-8493-B45177E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HTTP 合同与状态迁移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DE79F8-709C-4B6E-A2BF-2BDECE0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├─ workbench/store.py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C4F656-DB40-4CE6-849B-41AB602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SQLite 持久化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62AB7A-E90C-45F6-AD2B-CFF47F8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├─ task_events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FAE433D-F92B-403F-9D91-7A34010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追加式事件链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CAD0F94-2375-4000-B0E8-9D02F4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├─ error contract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ABD63-19AB-4BC4-84C8-BB399BD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稳定错误码和引用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FD9E929-541B-4D6D-99FF-D3CB0A9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└─ Memory API draft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2C61BD5-CDD7-41A7-B77F-894BE2D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挑战线数据合同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0D623D-328E-4722-9581-0A9017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82331DA-75B9-4B48-A708-E2089FD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46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COMMAND // python -X utf8 -m workbench.api --port 8770  ·  PROOF // Task ID、事件序列、错误合同和数据库状态一致</a:t>
            </a:r>
          </a:p>
        </p:txBody>
      </p:sp>
    </p:spTree>
    <p:extLst>
      <p:ext uri="{BB962C8B-B14F-4D97-AF65-F5344CB8AC3E}">
        <p14:creationId xmlns:p14="http://schemas.microsoft.com/office/powerpoint/2010/main" val="527565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L13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ACL 过滤必须早于 Memory 相关性排序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定义资源身份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约束状态迁移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持久化事件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处理并发与幂等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02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持久化 Task API 与 Memory/Conte…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workbench.api --p…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通用 Memory API 是挑战线；当前实现不能被架构图夸大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L13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通用 Memory API 是挑战线，当前实现边界要诚实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workbench…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越过：非法迁移返回 409；重启后 Task、事件和审核…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workbench/api.py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验证：Task ID、事件序列、错误合同和数据库状态一致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task_events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共同前提：通用 Memory API 是挑战线；当前实现不能被架构图夸大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2026-09-01T07:16:39.8770000Z</dcterms:created>
  <dcterms:modified xsi:type="dcterms:W3CDTF">2026-09-01T07:16:39.8770000Z</dcterms:modified>
</coreProperties>
</file>