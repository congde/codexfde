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d3ed4b32a41fe" /><Relationship Type="http://schemas.openxmlformats.org/officeDocument/2006/relationships/extended-properties" Target="/docProps/app.xml" Id="R56080ee793de4698" /><Relationship Type="http://schemas.openxmlformats.org/officeDocument/2006/relationships/officeDocument" Target="/ppt/presentation.xml" Id="R80f3950fc05740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a1f61dd5c14a73"/>
  </p:sldMasterIdLst>
  <p:notesMasterIdLst>
    <p:notesMasterId xmlns:r="http://schemas.openxmlformats.org/officeDocument/2006/relationships" r:id="R65b3f66bf8cc433a"/>
  </p:notesMasterIdLst>
  <p:sldIdLst>
    <p:sldId xmlns:r="http://schemas.openxmlformats.org/officeDocument/2006/relationships" id="256" r:id="Re1db4e1566c84bf6"/>
    <p:sldId xmlns:r="http://schemas.openxmlformats.org/officeDocument/2006/relationships" id="257" r:id="R36ce982fbaf54052"/>
    <p:sldId xmlns:r="http://schemas.openxmlformats.org/officeDocument/2006/relationships" id="258" r:id="R8eeb837004164c47"/>
    <p:sldId xmlns:r="http://schemas.openxmlformats.org/officeDocument/2006/relationships" id="259" r:id="Rd43572ccb0dc4761"/>
    <p:sldId xmlns:r="http://schemas.openxmlformats.org/officeDocument/2006/relationships" id="260" r:id="R03a05d520010411f"/>
    <p:sldId xmlns:r="http://schemas.openxmlformats.org/officeDocument/2006/relationships" id="261" r:id="R91ab3e1f20a14ba8"/>
    <p:sldId xmlns:r="http://schemas.openxmlformats.org/officeDocument/2006/relationships" id="262" r:id="R8dede265a9434cff"/>
    <p:sldId xmlns:r="http://schemas.openxmlformats.org/officeDocument/2006/relationships" id="263" r:id="R6d83b1353d3a4c07"/>
    <p:sldId xmlns:r="http://schemas.openxmlformats.org/officeDocument/2006/relationships" id="264" r:id="Rcc6158b9290e4fc1"/>
    <p:sldId xmlns:r="http://schemas.openxmlformats.org/officeDocument/2006/relationships" id="265" r:id="R1f89547b355c4664"/>
    <p:sldId xmlns:r="http://schemas.openxmlformats.org/officeDocument/2006/relationships" id="266" r:id="R27538e35592743e2"/>
    <p:sldId xmlns:r="http://schemas.openxmlformats.org/officeDocument/2006/relationships" id="267" r:id="Rfa1d2b1422ac41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063fee96274479" /><Relationship Type="http://schemas.openxmlformats.org/officeDocument/2006/relationships/slideMaster" Target="/ppt/slideMasters/slideMaster1.xml" Id="Rd1a1f61dd5c14a73" /><Relationship Type="http://schemas.openxmlformats.org/officeDocument/2006/relationships/notesMaster" Target="/ppt/notesMasters/notesMaster1.xml" Id="R65b3f66bf8cc433a" /><Relationship Type="http://schemas.openxmlformats.org/officeDocument/2006/relationships/presProps" Target="/ppt/presProps.xml" Id="R4f8bf0efc12e44ae" /><Relationship Type="http://schemas.openxmlformats.org/officeDocument/2006/relationships/viewProps" Target="/ppt/viewProps.xml" Id="R9d2d63a14f8a4691" /><Relationship Type="http://schemas.openxmlformats.org/officeDocument/2006/relationships/tableStyles" Target="/ppt/tableStyles.xml" Id="R084661c09c6748d6" /><Relationship Type="http://schemas.openxmlformats.org/officeDocument/2006/relationships/slide" Target="/ppt/slides/slide1.xml" Id="Re1db4e1566c84bf6" /><Relationship Type="http://schemas.openxmlformats.org/officeDocument/2006/relationships/slide" Target="/ppt/slides/slide2.xml" Id="R36ce982fbaf54052" /><Relationship Type="http://schemas.openxmlformats.org/officeDocument/2006/relationships/slide" Target="/ppt/slides/slide3.xml" Id="R8eeb837004164c47" /><Relationship Type="http://schemas.openxmlformats.org/officeDocument/2006/relationships/slide" Target="/ppt/slides/slide4.xml" Id="Rd43572ccb0dc4761" /><Relationship Type="http://schemas.openxmlformats.org/officeDocument/2006/relationships/slide" Target="/ppt/slides/slide5.xml" Id="R03a05d520010411f" /><Relationship Type="http://schemas.openxmlformats.org/officeDocument/2006/relationships/slide" Target="/ppt/slides/slide6.xml" Id="R91ab3e1f20a14ba8" /><Relationship Type="http://schemas.openxmlformats.org/officeDocument/2006/relationships/slide" Target="/ppt/slides/slide7.xml" Id="R8dede265a9434cff" /><Relationship Type="http://schemas.openxmlformats.org/officeDocument/2006/relationships/slide" Target="/ppt/slides/slide8.xml" Id="R6d83b1353d3a4c07" /><Relationship Type="http://schemas.openxmlformats.org/officeDocument/2006/relationships/slide" Target="/ppt/slides/slide9.xml" Id="Rcc6158b9290e4fc1" /><Relationship Type="http://schemas.openxmlformats.org/officeDocument/2006/relationships/slide" Target="/ppt/slides/slide10.xml" Id="R1f89547b355c4664" /><Relationship Type="http://schemas.openxmlformats.org/officeDocument/2006/relationships/slide" Target="/ppt/slides/slide11.xml" Id="R27538e35592743e2" /><Relationship Type="http://schemas.openxmlformats.org/officeDocument/2006/relationships/slide" Target="/ppt/slides/slide12.xml" Id="Rfa1d2b1422ac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3a2fb556241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e1b659c1984cd1" /><Relationship Type="http://schemas.openxmlformats.org/officeDocument/2006/relationships/notesMaster" Target="/ppt/notesMasters/notesMaster1.xml" Id="R9aea8618e28a4d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26953e25ca4a56" /><Relationship Type="http://schemas.openxmlformats.org/officeDocument/2006/relationships/notesMaster" Target="/ppt/notesMasters/notesMaster1.xml" Id="Rf45ea78fa2b944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7880f292b047e6" /><Relationship Type="http://schemas.openxmlformats.org/officeDocument/2006/relationships/notesMaster" Target="/ppt/notesMasters/notesMaster1.xml" Id="Rfc2f767f4aa74b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6857cc82364b36" /><Relationship Type="http://schemas.openxmlformats.org/officeDocument/2006/relationships/notesMaster" Target="/ppt/notesMasters/notesMaster1.xml" Id="Rfb1c14d4e70e48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f77bea360844ec" /><Relationship Type="http://schemas.openxmlformats.org/officeDocument/2006/relationships/notesMaster" Target="/ppt/notesMasters/notesMaster1.xml" Id="R1b966650cf6040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b57fcec343424d" /><Relationship Type="http://schemas.openxmlformats.org/officeDocument/2006/relationships/notesMaster" Target="/ppt/notesMasters/notesMaster1.xml" Id="R8e4a11c76fd04b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37d23e19d64812" /><Relationship Type="http://schemas.openxmlformats.org/officeDocument/2006/relationships/notesMaster" Target="/ppt/notesMasters/notesMaster1.xml" Id="Re46f43c36e0c4a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a6c798bae04c69" /><Relationship Type="http://schemas.openxmlformats.org/officeDocument/2006/relationships/notesMaster" Target="/ppt/notesMasters/notesMaster1.xml" Id="Rc5a1da2ece0f4d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53e637f43f4afc" /><Relationship Type="http://schemas.openxmlformats.org/officeDocument/2006/relationships/notesMaster" Target="/ppt/notesMasters/notesMaster1.xml" Id="R7a37e82bf6dc49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9c15ec9cbe4492" /><Relationship Type="http://schemas.openxmlformats.org/officeDocument/2006/relationships/notesMaster" Target="/ppt/notesMasters/notesMaster1.xml" Id="R6f4040fe14254c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1fd946c49b430b" /><Relationship Type="http://schemas.openxmlformats.org/officeDocument/2006/relationships/notesMaster" Target="/ppt/notesMasters/notesMaster1.xml" Id="Rdd81a0ea521f4a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0bfef8b52d4e39" /><Relationship Type="http://schemas.openxmlformats.org/officeDocument/2006/relationships/notesMaster" Target="/ppt/notesMasters/notesMaster1.xml" Id="R8996b5f5f96c4d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本页判断：先看终局：一次可验证的 AI 交付怎样完成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本页判断：先看事故现场：12 台缺口不能被页面文案抹平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D:\work\CodexFDE\docs\courses\assets\web-20-delivery-task-live.png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本页判断：页面全绿，SQLite 仍可能在撒谎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本页判断：先签字：你现在敢承诺到哪一层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本页判断：同一宗 20/8/12 事件必须走完两本账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本页判断：十一概念不是名词表，而是一套交付系统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本页判断：一次可信交付只有四个可裁决动作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本页判断：驾驶舱只负责暴露信号，不负责替数据库判真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D:\work\CodexFDE\docs\courses\assets\web-20-delivery-task-live.png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本页判断：先证明缺货失败没有留下部分预占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本页判断：接手仓库先找四类权威对象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本页判断：交付成熟度取决于结论能否被推翻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课堂类型：事故复盘</a:t>
            </a:r>
          </a:p>
          <a:p xmlns:a="http://schemas.openxmlformats.org/drawingml/2006/main">
            <a:r>
              <a:t>本页判断：事故没有结束：下一次会话怎样继承规则？</a:t>
            </a:r>
            <a:endParaRPr/>
          </a:p>
          <a:p xmlns:a="http://schemas.openxmlformats.org/drawingml/2006/main">
            <a:r>
              <a:t>课程主线：20 台订单撞上 8 台库存：先让业务账与工程证据账互相对质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workbench.cli demo</a:t>
            </a:r>
          </a:p>
          <a:p xmlns:a="http://schemas.openxmlformats.org/drawingml/2006/main">
            <a:r>
              <a:t>边界：模型解释只能提出假设，不能替代权威状态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D:\work\CodexFDE\docs\courses\L01-先看终局-一次可验证的AI交付.md</a:t>
            </a:r>
          </a:p>
          <a:p xmlns:a="http://schemas.openxmlformats.org/drawingml/2006/main">
            <a:r>
              <a:t>- D:\work\CodexFDE\course\tasks\L01-终局与冷启动.md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2ae25b433469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27c2cc9e4484a" /><Relationship Type="http://schemas.openxmlformats.org/officeDocument/2006/relationships/slideLayout" Target="/ppt/slideLayouts/slideLayout1.xml" Id="Rec9224f81ee6482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9224f81ee6482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9ce1a93254250" /><Relationship Type="http://schemas.openxmlformats.org/officeDocument/2006/relationships/notesSlide" Target="/ppt/notesSlides/notesSlide1.xml" Id="R992ff658ed424f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1e49532d74b04" /><Relationship Type="http://schemas.openxmlformats.org/officeDocument/2006/relationships/image" Target="/ppt/media/image.png" Id="Ra5f48f7a2880458d" /><Relationship Type="http://schemas.openxmlformats.org/officeDocument/2006/relationships/image" Target="/ppt/media/image.jpeg" Id="Rb6bd661cb41b4bae" /><Relationship Type="http://schemas.openxmlformats.org/officeDocument/2006/relationships/notesSlide" Target="/ppt/notesSlides/notesSlide2.xml" Id="R79e935e229b644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d81baed1b40a4" /><Relationship Type="http://schemas.openxmlformats.org/officeDocument/2006/relationships/notesSlide" Target="/ppt/notesSlides/notesSlide3.xml" Id="Rfa08027382cb48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edb724e4c4e95" /><Relationship Type="http://schemas.openxmlformats.org/officeDocument/2006/relationships/notesSlide" Target="/ppt/notesSlides/notesSlide4.xml" Id="R2d2007a7e16449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0a7368c33470a" /><Relationship Type="http://schemas.openxmlformats.org/officeDocument/2006/relationships/notesSlide" Target="/ppt/notesSlides/notesSlide5.xml" Id="Rd00b460e511346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e9b60a1c8465c" /><Relationship Type="http://schemas.openxmlformats.org/officeDocument/2006/relationships/notesSlide" Target="/ppt/notesSlides/notesSlide6.xml" Id="Rf09ad0d74a6a40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120e6a4054d7f" /><Relationship Type="http://schemas.openxmlformats.org/officeDocument/2006/relationships/notesSlide" Target="/ppt/notesSlides/notesSlide7.xml" Id="R6740762b3ec54a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c3ecc427a4968" /><Relationship Type="http://schemas.openxmlformats.org/officeDocument/2006/relationships/image" Target="/ppt/media/image.png" Id="Rca1e9ea65d5643b2" /><Relationship Type="http://schemas.openxmlformats.org/officeDocument/2006/relationships/image" Target="/ppt/media/image2.jpeg" Id="R467b3a67337f4811" /><Relationship Type="http://schemas.openxmlformats.org/officeDocument/2006/relationships/notesSlide" Target="/ppt/notesSlides/notesSlide8.xml" Id="Rb75ebb9b7e4a42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8c2fd7f514fab" /><Relationship Type="http://schemas.openxmlformats.org/officeDocument/2006/relationships/notesSlide" Target="/ppt/notesSlides/notesSlide9.xml" Id="Rc88f61d5869342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1d895f9db4f4b" /><Relationship Type="http://schemas.openxmlformats.org/officeDocument/2006/relationships/notesSlide" Target="/ppt/notesSlides/notesSlide10.xml" Id="R70b2851e9aae45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d511cb64f4491" /><Relationship Type="http://schemas.openxmlformats.org/officeDocument/2006/relationships/notesSlide" Target="/ppt/notesSlides/notesSlide11.xml" Id="R26ec0a663f274f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0a5de540c453b" /><Relationship Type="http://schemas.openxmlformats.org/officeDocument/2006/relationships/notesSlide" Target="/ppt/notesSlides/notesSlide12.xml" Id="Raacb781bef7246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L01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先看终局：一次可验证的 AI 交付怎样完成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主线：20 台订单撞上 8 台库存：先让业务账与工程证据账互相对质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L01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先看事故现场：12 台缺口不能被页面文案抹平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FlowERP 研发交付工作台显示一条可查询任务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48f7a288045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d661cb41b4bae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L01 · 事故复盘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页面全绿，SQLite 仍可能在撒谎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裁决标准：整单预占必须原子化；失败不能留下部分写入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缺货后只看错误提示，不检查 re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served 是否仍为 0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本页只解决一个冲突：缺货后只看错误提示，不检查 reserved 是否仍为 0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L01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先签字：你现在敢承诺到哪一层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生成代码算哪层完成？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退出码为 0 就能发布吗？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陌生仓库先查哪三类信息？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课堂收件物：REQ-ECOM-001 需求卡与双账本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C0B59-1AE4-4A55-A3CA-1178627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L01 · 事故复盘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EAC7C3-EE11-4DA9-88D8-50FF34B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50" y="108775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990"/>
              </a:lnSpc>
              <a:buNone/>
            </a:pPr>
            <a:r>
              <a:rPr sz="26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同一宗 20/8/12 事件必须走完两本账</a:t>
            </a:r>
            <a:endParaRPr sz="2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3115D57-7201-4403-AA3A-513D7FF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B0B9AA0-BF74-45AE-BDBE-E4EA9DCC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513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648D2C5F-BD1C-4C00-AAB1-BB4163E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32009C0-8F48-4469-96EF-FB0BB710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绑定订单与库存对象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3C4F4CE-C197-4DBE-BF20-D2F02FD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REQ-ECOM-001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7FA571A7-CBB9-43C7-8999-07DED08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5A6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CA39F7E-69E5-456E-977A-8C965B8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核对 reserved=0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A7A9109-6D6C-44DE-92B5-A34A6C5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SQLite 快照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203A22F6-B8E1-4F96-9A76-A948C29F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5C8D0D7-42D7-4893-8BF0-B321943D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Harness 独立复验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D8B023A-06DF-4DB8-AFAC-BFBFF80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report.json</a:t>
            </a:r>
          </a:p>
        </p:txBody>
      </p:sp>
      <p:sp>
        <p:nvSpPr>
          <p:cNvPr id="46" name="椭圆 45">
            <a:extLst xmlns:a="http://schemas.openxmlformats.org/drawingml/2006/main">
              <a:ext uri="{FF2B5EF4-FFF2-40B4-BE49-F238E27FC236}">
                <a16:creationId xmlns:a16="http://schemas.microsoft.com/office/drawing/2014/main" id="{6C62559B-C59E-4948-A484-14F517D7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39FFB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B0BF075-3CB9-44FC-AFC7-145BEB5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陌生人可接手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BBE91A4-7AF5-47DA-8710-6F0CFE9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证据索引</a:t>
            </a:r>
          </a:p>
        </p:txBody>
      </p:sp>
      <p:sp>
        <p:nvSpPr>
          <p:cNvPr id="51" name="矩形: 圆角 50">
            <a:extLst xmlns:a="http://schemas.openxmlformats.org/drawingml/2006/main">
              <a:ext uri="{FF2B5EF4-FFF2-40B4-BE49-F238E27FC236}">
                <a16:creationId xmlns:a16="http://schemas.microsoft.com/office/drawing/2014/main" id="{31892934-0B38-4EE6-8536-2021A0D7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9105"/>
            <a:ext cx="914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066E113-6158-47D1-B3A6-ACF137A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0245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结业判定：API、SQLite、事件链与 Blocking Eval 一致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1E2DFA7-2BFE-4766-BE73-0AB2E3CC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0" y="439293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不是概念清单，而是同一事件连续形成的可验收版本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696D0DA-D9CE-4C65-9BAD-675A89A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486918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V0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29A59F63-1DE5-499D-B401-23C3EEF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836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CONTRACT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CB8FF3B-45ED-4B26-9BB4-0DFE19D1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V1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00C44A94-EE1E-4D43-A4CF-FD47DC3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CONTROL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E67DF79-64F2-4CDF-A25A-C86D42B7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V2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F4C0797-E3C2-4F4B-969B-5A1125C5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REPAIR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6B24EB8-E5FC-4ABF-A982-4E4E76FD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V3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E1B35615-95B7-49EE-82D3-D76A134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OPERATE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25FF185-A2B0-456E-992C-2C7394B3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562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主线不断档：20 台订单撞上 8 台库存：先让业务账与工程证据账互相对质</a:t>
            </a:r>
          </a:p>
        </p:txBody>
      </p:sp>
    </p:spTree>
    <p:extLst>
      <p:ext uri="{BB962C8B-B14F-4D97-AF65-F5344CB8AC3E}">
        <p14:creationId xmlns:p14="http://schemas.microsoft.com/office/powerpoint/2010/main" val="312736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26F9A0-B29F-4E0A-9987-CB512DE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L01 · 系统边界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BA6901-7757-4A21-8884-ABA304E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十一概念不是名词表，而是一套交付系统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754054-2851-4FF3-AE49-1F89FCA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56" name="矩形: 圆角 55">
            <a:extLst xmlns:a="http://schemas.openxmlformats.org/drawingml/2006/main">
              <a:ext uri="{FF2B5EF4-FFF2-40B4-BE49-F238E27FC236}">
                <a16:creationId xmlns:a16="http://schemas.microsoft.com/office/drawing/2014/main" id="{2DEAC58F-0354-4825-B9C1-0E84624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54200"/>
            <a:ext cx="10287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0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D8AF188-9F4C-4A9A-B9E4-86D37EE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025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3FE1FC5-803D-44ED-9219-00D4AFC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0066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 / 读什么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7BACE3E8-319F-4AA9-BFA5-1D3532B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006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当前事实、版本、来源与排除理由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A9068E2-6346-4315-A9A4-CDB10EF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0066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workbench/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404E979-229A-427A-8D30-66B6512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25781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4A76E1A-21F1-413E-8E7D-8A4A6D8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6733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08EAB27-1832-47B1-A140-F3FC1CE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6543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EXECUTION / 做什么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09F9CE4D-04EA-4E1B-868F-855FD9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65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Agent 只执行有 Schema、有授权的动作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3724FA20-5883-4AE4-B559-AC49B02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6543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python -X utf8 -m workbench.cli demo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D8B81F2A-0452-4660-BCDA-CCD1AAF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225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566812C-BD40-4B82-856B-7E8A2AE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3210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2EF9B48-1E26-4F2B-A4B7-0EEC2B5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3020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CONTROL / 何时停</a:t>
            </a: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5EFB4FB9-DED8-453F-9918-5E8497C9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302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整单预占必须原子化；失败不能留下部分写入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CF3E4D23-C3B1-4B2D-82EB-2AE7C58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302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Harness · Loop · Graph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50EE3BD-7C9F-4187-BC12-B87757E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8735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1049FDCD-5A54-4155-86A6-E5004DB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96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B10852D4-6CC0-4D12-AF49-B3C786D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9497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CONNECTION / 接什么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A5D6F81-19D3-406F-87DD-52C321F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949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MCP 负责连接，Tool 负责一次动作</a:t>
            </a: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E7B22C23-93C2-44CD-8CD2-A133C0C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9497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MCP · Tools · Router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8898851A-737E-492B-BE80-F5FCF9B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45212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F2F0ED34-2E85-4587-A8A6-EF2453A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46164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14D16ED1-6EB8-45C6-9AAF-D290B12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45974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MEMORY / 继承什么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326985-E61B-46D2-87B6-B241D07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45974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模型解释只能提出假设，不能替代权威状态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35F83F9-F917-4A90-8870-9D4AC402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45974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来源 · Scope · 版本 · ACL</a:t>
            </a:r>
          </a:p>
        </p:txBody>
      </p:sp>
      <p:sp>
        <p:nvSpPr>
          <p:cNvPr id="81" name="矩形: 圆角 80">
            <a:extLst xmlns:a="http://schemas.openxmlformats.org/drawingml/2006/main">
              <a:ext uri="{FF2B5EF4-FFF2-40B4-BE49-F238E27FC236}">
                <a16:creationId xmlns:a16="http://schemas.microsoft.com/office/drawing/2014/main" id="{001F6FF1-3517-4D3A-ABC6-DE0EA79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5407025"/>
            <a:ext cx="876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66981A38-1429-4A2B-9F5A-404409A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" y="54737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飞轮：REQ-ECOM-001 需求卡与双账本 → 把跨会话不变量写进 AGENTS.md</a:t>
            </a:r>
          </a:p>
        </p:txBody>
      </p:sp>
    </p:spTree>
    <p:extLst>
      <p:ext uri="{BB962C8B-B14F-4D97-AF65-F5344CB8AC3E}">
        <p14:creationId xmlns:p14="http://schemas.microsoft.com/office/powerpoint/2010/main" val="561212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852032-A021-4F55-913F-B886DA6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L01 · 事故复盘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AB5719-F6FC-4CC0-BCF6-F8B6123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一次可信交付只有四个可裁决动作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DD1BE3-33C7-45F2-A89B-C91E9AFE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9364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本讲只推进一条因果链：20 台订单撞上 8 台库存：先让业务账与工程证据账互相对质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F87FEEC-F203-4923-BBC8-6F119232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6366A87-A0D9-4D94-8C89-91284D25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1287A0D3-03B4-4E49-A554-E0002938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DAD42D5-5553-46DB-84B6-0F44801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FBAB5A4-D4D3-4408-8772-B7552445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65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先定义交付结果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26F32B6-557D-4563-822A-6D8CB76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workbench/</a:t>
            </a: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B514CE49-73E8-411D-818A-AEAB2704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A58A8AD-577D-4388-BC03-A3E676A3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844F8EF-E6C5-4D5A-BF93-14F0CB05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 20/8/12 状态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29338D4-4707-4C40-B7F1-937DCB0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整单预占必须原子化；失败不能留下部分写入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55492032-5B43-4E83-BBBD-F3482C8E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075929A-1DBB-4DD5-AEBE-93347C1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FA700BF-38F8-42DC-9B38-CAAD7201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14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追踪一次受控执行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41FFA9-49DD-48E6-9DA0-4EFEAC62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python -X utf8 -m workbench…</a:t>
            </a:r>
          </a:p>
        </p:txBody>
      </p:sp>
      <p:sp>
        <p:nvSpPr>
          <p:cNvPr id="45" name="椭圆 44">
            <a:extLst xmlns:a="http://schemas.openxmlformats.org/drawingml/2006/main">
              <a:ext uri="{FF2B5EF4-FFF2-40B4-BE49-F238E27FC236}">
                <a16:creationId xmlns:a16="http://schemas.microsoft.com/office/drawing/2014/main" id="{1D705C8A-C173-47D8-B003-02F69403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83D81BD-FD29-462B-8051-263E786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0224F56-0FA1-4BFB-BB96-770F5D9C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用双证据裁决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7366A96-74DC-4DFF-A9F0-2AF86D49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API、SQLite、事件链与 Blocking Ev…</a:t>
            </a:r>
          </a:p>
        </p:txBody>
      </p:sp>
      <p:sp>
        <p:nvSpPr>
          <p:cNvPr id="49" name="矩形: 圆角 48">
            <a:extLst xmlns:a="http://schemas.openxmlformats.org/drawingml/2006/main">
              <a:ext uri="{FF2B5EF4-FFF2-40B4-BE49-F238E27FC236}">
                <a16:creationId xmlns:a16="http://schemas.microsoft.com/office/drawing/2014/main" id="{DFB56C47-EEDD-4499-A22B-C4B93E6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742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8121B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7D89F6C-2F54-4746-9A52-B9319F27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958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 → REQ-ECOM-001 需求卡与双账本 ｜ 下一断点：把跨会话不变量写进 AGENTS.md</a:t>
            </a:r>
          </a:p>
        </p:txBody>
      </p:sp>
    </p:spTree>
    <p:extLst>
      <p:ext uri="{BB962C8B-B14F-4D97-AF65-F5344CB8AC3E}">
        <p14:creationId xmlns:p14="http://schemas.microsoft.com/office/powerpoint/2010/main" val="1542297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L01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驾驶舱只负责暴露信号，不负责替数据库判真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FlowERP 研发交付工作台显示一条可查询任务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e9ea65d56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b3a67337f4811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L01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先证明缺货失败没有留下部分预占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同一条规则必须用红灯和绿灯同时证明：整单预占必须原子化；失败不能留下部分写入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缺货后只看错误提示，不检查 rese
rved 是否仍为 0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模型解释只能提出假设，不能替代权威状态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API、SQLite、事件链与 Blocking Eval…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REQ-ECOM-001 需求卡与双账本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04E8E9-5C7F-4A0B-ABC6-0A406DF2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L01 · 仓库落点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147F4A-696F-4FDE-978A-60C84F2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接手仓库先找四类权威对象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E9941A7-3BEA-4C8F-AE3B-6CAA362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05010127-3782-4E28-9C51-2E5ACC1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6680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7D47B4F-91B2-413E-BB57-D0D920C1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PROJECT_TREE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B8C2932-F126-4C62-9B8F-D0CE7359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├─ workbench/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50D5F59-EFDE-40E1-8493-B45177EB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领取需求并生成任务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0DE79F8-709C-4B6E-A2BF-2BDECE0B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├─ flowerp/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8C4F656-DB40-4CE6-849B-41AB602D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194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订单、库存与采购权威账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E62AB7A-E90C-45F6-AD2B-CFF47F80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├─ eval/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FAE433D-F92B-403F-9D91-7A34010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统一质量裁决入口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CAD0F94-2375-4000-B0E8-9D02F40A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├─ web/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16ABD63-19AB-4BC4-84C8-BB399BD2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052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可见状态但非权威本身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FD9E929-541B-4D6D-99FF-D3CB0A94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└─ course/tasks/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2C61BD5-CDD7-41A7-B77F-894BE2D8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目标卡、命令卡、验收卡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F0D623D-328E-4722-9581-0A90171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82331DA-75B9-4B48-A708-E2089FDB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COMMAND // python -X utf8 -m workbench.cli demo  ·  PROOF // API、SQLite、事件链与 Blocking Eval 一致</a:t>
            </a:r>
          </a:p>
        </p:txBody>
      </p:sp>
    </p:spTree>
    <p:extLst>
      <p:ext uri="{BB962C8B-B14F-4D97-AF65-F5344CB8AC3E}">
        <p14:creationId xmlns:p14="http://schemas.microsoft.com/office/powerpoint/2010/main" val="527565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L01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交付成熟度取决于结论能否被推翻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模糊需求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绑定订单与库存对象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workbench/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REQ-ECOM-001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页面反馈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 reserved=0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flowerp/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SQLite 快照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模型结论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Harness 独立复验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eval/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report.json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一次演示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陌生人可接手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web/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API、SQLite、事件链与 Blocking Eval 一致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2026-09-01T07:15:52.5720000Z</dcterms:created>
  <dcterms:modified xsi:type="dcterms:W3CDTF">2026-09-01T07:15:52.5720000Z</dcterms:modified>
</coreProperties>
</file>