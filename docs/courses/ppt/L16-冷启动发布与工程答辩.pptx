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56806304784734" /><Relationship Type="http://schemas.openxmlformats.org/officeDocument/2006/relationships/extended-properties" Target="/docProps/app.xml" Id="R93488ffb39664c45" /><Relationship Type="http://schemas.openxmlformats.org/officeDocument/2006/relationships/officeDocument" Target="/ppt/presentation.xml" Id="R3dd3d3f108cc47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f66b1050c446ae"/>
  </p:sldMasterIdLst>
  <p:notesMasterIdLst>
    <p:notesMasterId xmlns:r="http://schemas.openxmlformats.org/officeDocument/2006/relationships" r:id="Ra44434e9f9fa4edc"/>
  </p:notesMasterIdLst>
  <p:sldIdLst>
    <p:sldId xmlns:r="http://schemas.openxmlformats.org/officeDocument/2006/relationships" id="256" r:id="R7376c324c16d43f9"/>
    <p:sldId xmlns:r="http://schemas.openxmlformats.org/officeDocument/2006/relationships" id="257" r:id="R95939fe1501a4ab3"/>
    <p:sldId xmlns:r="http://schemas.openxmlformats.org/officeDocument/2006/relationships" id="258" r:id="R1673a590cb2645f2"/>
    <p:sldId xmlns:r="http://schemas.openxmlformats.org/officeDocument/2006/relationships" id="259" r:id="Rd15a4f92cb244b42"/>
    <p:sldId xmlns:r="http://schemas.openxmlformats.org/officeDocument/2006/relationships" id="260" r:id="R00973eeb78284239"/>
    <p:sldId xmlns:r="http://schemas.openxmlformats.org/officeDocument/2006/relationships" id="261" r:id="R9c5df6a7afd2487d"/>
    <p:sldId xmlns:r="http://schemas.openxmlformats.org/officeDocument/2006/relationships" id="262" r:id="Rbb0bb235e97d4e9c"/>
    <p:sldId xmlns:r="http://schemas.openxmlformats.org/officeDocument/2006/relationships" id="263" r:id="Rba3b7e03e6a14104"/>
    <p:sldId xmlns:r="http://schemas.openxmlformats.org/officeDocument/2006/relationships" id="264" r:id="R42b6f2b1489b4adb"/>
    <p:sldId xmlns:r="http://schemas.openxmlformats.org/officeDocument/2006/relationships" id="265" r:id="R8991960cda9b434f"/>
    <p:sldId xmlns:r="http://schemas.openxmlformats.org/officeDocument/2006/relationships" id="266" r:id="R3d40aebff56b4195"/>
    <p:sldId xmlns:r="http://schemas.openxmlformats.org/officeDocument/2006/relationships" id="267" r:id="R8ceb892da65b4a38"/>
    <p:sldId xmlns:r="http://schemas.openxmlformats.org/officeDocument/2006/relationships" id="268" r:id="R4ca47fd83f3d4f29"/>
    <p:sldId xmlns:r="http://schemas.openxmlformats.org/officeDocument/2006/relationships" id="269" r:id="Rf8fccc68b1ed4d97"/>
    <p:sldId xmlns:r="http://schemas.openxmlformats.org/officeDocument/2006/relationships" id="270" r:id="Rdd0890b7f28c44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0b76508fc24475" /><Relationship Type="http://schemas.openxmlformats.org/officeDocument/2006/relationships/slideMaster" Target="/ppt/slideMasters/slideMaster1.xml" Id="R87f66b1050c446ae" /><Relationship Type="http://schemas.openxmlformats.org/officeDocument/2006/relationships/notesMaster" Target="/ppt/notesMasters/notesMaster1.xml" Id="Ra44434e9f9fa4edc" /><Relationship Type="http://schemas.openxmlformats.org/officeDocument/2006/relationships/presProps" Target="/ppt/presProps.xml" Id="R5fef4a79c5064c98" /><Relationship Type="http://schemas.openxmlformats.org/officeDocument/2006/relationships/viewProps" Target="/ppt/viewProps.xml" Id="R2391ba905ae94ef4" /><Relationship Type="http://schemas.openxmlformats.org/officeDocument/2006/relationships/tableStyles" Target="/ppt/tableStyles.xml" Id="R434e5cf0ff454818" /><Relationship Type="http://schemas.openxmlformats.org/officeDocument/2006/relationships/slide" Target="/ppt/slides/slide1.xml" Id="R7376c324c16d43f9" /><Relationship Type="http://schemas.openxmlformats.org/officeDocument/2006/relationships/slide" Target="/ppt/slides/slide2.xml" Id="R95939fe1501a4ab3" /><Relationship Type="http://schemas.openxmlformats.org/officeDocument/2006/relationships/slide" Target="/ppt/slides/slide3.xml" Id="R1673a590cb2645f2" /><Relationship Type="http://schemas.openxmlformats.org/officeDocument/2006/relationships/slide" Target="/ppt/slides/slide4.xml" Id="Rd15a4f92cb244b42" /><Relationship Type="http://schemas.openxmlformats.org/officeDocument/2006/relationships/slide" Target="/ppt/slides/slide5.xml" Id="R00973eeb78284239" /><Relationship Type="http://schemas.openxmlformats.org/officeDocument/2006/relationships/slide" Target="/ppt/slides/slide6.xml" Id="R9c5df6a7afd2487d" /><Relationship Type="http://schemas.openxmlformats.org/officeDocument/2006/relationships/slide" Target="/ppt/slides/slide7.xml" Id="Rbb0bb235e97d4e9c" /><Relationship Type="http://schemas.openxmlformats.org/officeDocument/2006/relationships/slide" Target="/ppt/slides/slide8.xml" Id="Rba3b7e03e6a14104" /><Relationship Type="http://schemas.openxmlformats.org/officeDocument/2006/relationships/slide" Target="/ppt/slides/slide9.xml" Id="R42b6f2b1489b4adb" /><Relationship Type="http://schemas.openxmlformats.org/officeDocument/2006/relationships/slide" Target="/ppt/slides/slide10.xml" Id="R8991960cda9b434f" /><Relationship Type="http://schemas.openxmlformats.org/officeDocument/2006/relationships/slide" Target="/ppt/slides/slide11.xml" Id="R3d40aebff56b4195" /><Relationship Type="http://schemas.openxmlformats.org/officeDocument/2006/relationships/slide" Target="/ppt/slides/slide12.xml" Id="R8ceb892da65b4a38" /><Relationship Type="http://schemas.openxmlformats.org/officeDocument/2006/relationships/slide" Target="/ppt/slides/slide13.xml" Id="R4ca47fd83f3d4f29" /><Relationship Type="http://schemas.openxmlformats.org/officeDocument/2006/relationships/slide" Target="/ppt/slides/slide14.xml" Id="Rf8fccc68b1ed4d97" /><Relationship Type="http://schemas.openxmlformats.org/officeDocument/2006/relationships/slide" Target="/ppt/slides/slide15.xml" Id="Rdd0890b7f28c44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9f3034eb634f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a74185b4894061" /><Relationship Type="http://schemas.openxmlformats.org/officeDocument/2006/relationships/notesMaster" Target="/ppt/notesMasters/notesMaster1.xml" Id="R7421f8e3b9eb4b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5797f2f30d4b59" /><Relationship Type="http://schemas.openxmlformats.org/officeDocument/2006/relationships/notesMaster" Target="/ppt/notesMasters/notesMaster1.xml" Id="R5fd4d2c3a6b347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51b61593964725" /><Relationship Type="http://schemas.openxmlformats.org/officeDocument/2006/relationships/notesMaster" Target="/ppt/notesMasters/notesMaster1.xml" Id="Rfef96d76937a4a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3672e573cb4748" /><Relationship Type="http://schemas.openxmlformats.org/officeDocument/2006/relationships/notesMaster" Target="/ppt/notesMasters/notesMaster1.xml" Id="R82c3b1abbdb94c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2595de84fc4f7a" /><Relationship Type="http://schemas.openxmlformats.org/officeDocument/2006/relationships/notesMaster" Target="/ppt/notesMasters/notesMaster1.xml" Id="Ra90a4fb4f7fb4a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f18ea5189245b6" /><Relationship Type="http://schemas.openxmlformats.org/officeDocument/2006/relationships/notesMaster" Target="/ppt/notesMasters/notesMaster1.xml" Id="Rbb0c04de011f43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77231ec5284bdf" /><Relationship Type="http://schemas.openxmlformats.org/officeDocument/2006/relationships/notesMaster" Target="/ppt/notesMasters/notesMaster1.xml" Id="Rda86194ca2be45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2d51e0284948e8" /><Relationship Type="http://schemas.openxmlformats.org/officeDocument/2006/relationships/notesMaster" Target="/ppt/notesMasters/notesMaster1.xml" Id="Ra2e60c263d6145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a8fcd34cb74c8b" /><Relationship Type="http://schemas.openxmlformats.org/officeDocument/2006/relationships/notesMaster" Target="/ppt/notesMasters/notesMaster1.xml" Id="R786bafdcf9314a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be7b2cfd704590" /><Relationship Type="http://schemas.openxmlformats.org/officeDocument/2006/relationships/notesMaster" Target="/ppt/notesMasters/notesMaster1.xml" Id="R46b00ce2367e42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ffdadf9a504abf" /><Relationship Type="http://schemas.openxmlformats.org/officeDocument/2006/relationships/notesMaster" Target="/ppt/notesMasters/notesMaster1.xml" Id="R06cb093d2d4f4d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f23cb8ffe4463c" /><Relationship Type="http://schemas.openxmlformats.org/officeDocument/2006/relationships/notesMaster" Target="/ppt/notesMasters/notesMaster1.xml" Id="Rd780459d1edc45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a165bc9e524462" /><Relationship Type="http://schemas.openxmlformats.org/officeDocument/2006/relationships/notesMaster" Target="/ppt/notesMasters/notesMaster1.xml" Id="R12169f103eb64d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f484fff0924271" /><Relationship Type="http://schemas.openxmlformats.org/officeDocument/2006/relationships/notesMaster" Target="/ppt/notesMasters/notesMaster1.xml" Id="R6c46522aaa6c42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da1dcdb8eb412b" /><Relationship Type="http://schemas.openxmlformats.org/officeDocument/2006/relationships/notesMaster" Target="/ppt/notesMasters/notesMaster1.xml" Id="R31c21e7c26ce47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本页判断：冷启动发布与工程答辩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本页判断：陌生评审者会随机抽查哪三件事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本页判断：第一步：把作者电脑从证据链中移除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D:\work\CodexFDE\docs\courses\assets\web-12-clean-bootstrap-current.png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本页判断：最终作品是一套受治理自进化系统，不是两个项目拼盘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本页判断：冷启动后必须回到同一份 ERP 业务事实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D:\work\CodexFDE\docs\courses\assets\web-12-clean-bootstrap-current.png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本页判断：发布现场必须关闭一条完整进化循环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本页判断：一次成功、一次失败、一次导出、一次反馈缺一不可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本页判断：新会话要能从一条需求恢复完整交付链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D:\work\CodexFDE\docs\courses\assets\web-13-dashboard-live-data.png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本页判断：冷启动、重启、备份、恢复与回滚逐项验收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本页判断：十七项 Blocking Eval 必须现场展开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D:\work\CodexFDE\docs\courses\assets\web-21-delivery-auto-review.png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本页判断：五分钟答辩用证据索引，而不是按作者剧本表演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本页判断：跨会话 Memory 只有在后序任务改善时才算资产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D:\work\CodexFDE\docs\courses\assets\web-24-delivery-blocking-eval.png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本页判断：发布后的责任仍由具名人员承担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本页判断：未来信息、旧分支和越权经验必须被拒绝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课堂类型：陌生人答辩</a:t>
            </a:r>
          </a:p>
          <a:p xmlns:a="http://schemas.openxmlformats.org/drawingml/2006/main">
            <a:r>
              <a:t>本页判断：第一条真实反馈重新进入 Spec，下一轮开始</a:t>
            </a:r>
            <a:endParaRPr/>
          </a:p>
          <a:p xmlns:a="http://schemas.openxmlformats.org/drawingml/2006/main">
            <a:r>
              <a:t>课程主线：在全新目录、全新会话和第三项陌生任务中，证明系统能启动、失败、恢复、读档与拒绝误导经验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边界：有 Memory 不一定更好；新增 blocking 即负迁移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D:\work\CodexFDE\docs\courses\L16-冷启动发布与工程答辩.md</a:t>
            </a:r>
          </a:p>
          <a:p xmlns:a="http://schemas.openxmlformats.org/drawingml/2006/main">
            <a:r>
              <a:t>- D:\work\CodexFDE\course\tasks\L16-冷启动答辩.md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108a5fbbc47a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53a75dbf1b42ff" /><Relationship Type="http://schemas.openxmlformats.org/officeDocument/2006/relationships/slideLayout" Target="/ppt/slideLayouts/slideLayout1.xml" Id="Rb283bca5a3bd402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83bca5a3bd402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dd0a23fbc4b20" /><Relationship Type="http://schemas.openxmlformats.org/officeDocument/2006/relationships/notesSlide" Target="/ppt/notesSlides/notesSlide1.xml" Id="R34b8e285a73745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5b4f610b047be" /><Relationship Type="http://schemas.openxmlformats.org/officeDocument/2006/relationships/notesSlide" Target="/ppt/notesSlides/notesSlide2.xml" Id="Re0d58cd8fb5647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4acdb47054466" /><Relationship Type="http://schemas.openxmlformats.org/officeDocument/2006/relationships/image" Target="/ppt/media/image.png" Id="R2a802bf60b6941ac" /><Relationship Type="http://schemas.openxmlformats.org/officeDocument/2006/relationships/image" Target="/ppt/media/image.jpeg" Id="Rd88c12674146455e" /><Relationship Type="http://schemas.openxmlformats.org/officeDocument/2006/relationships/notesSlide" Target="/ppt/notesSlides/notesSlide3.xml" Id="R9a1928e62fa144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6936416da4740" /><Relationship Type="http://schemas.openxmlformats.org/officeDocument/2006/relationships/notesSlide" Target="/ppt/notesSlides/notesSlide4.xml" Id="Re3a219a9686344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4978db9944e1f" /><Relationship Type="http://schemas.openxmlformats.org/officeDocument/2006/relationships/image" Target="/ppt/media/image.png" Id="R68ee9f5f88934618" /><Relationship Type="http://schemas.openxmlformats.org/officeDocument/2006/relationships/image" Target="/ppt/media/image2.jpeg" Id="R7fcf7ff073ff4199" /><Relationship Type="http://schemas.openxmlformats.org/officeDocument/2006/relationships/notesSlide" Target="/ppt/notesSlides/notesSlide5.xml" Id="R2b9420812f4443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a45d5a25a4657" /><Relationship Type="http://schemas.openxmlformats.org/officeDocument/2006/relationships/notesSlide" Target="/ppt/notesSlides/notesSlide6.xml" Id="Rfe6064ce44c343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552dcc88f4598" /><Relationship Type="http://schemas.openxmlformats.org/officeDocument/2006/relationships/notesSlide" Target="/ppt/notesSlides/notesSlide7.xml" Id="Rddefc13433f849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f713048f94538" /><Relationship Type="http://schemas.openxmlformats.org/officeDocument/2006/relationships/image" Target="/ppt/media/image.png" Id="R0e31e06711be4924" /><Relationship Type="http://schemas.openxmlformats.org/officeDocument/2006/relationships/image" Target="/ppt/media/image3.jpeg" Id="R16936131db7744bb" /><Relationship Type="http://schemas.openxmlformats.org/officeDocument/2006/relationships/notesSlide" Target="/ppt/notesSlides/notesSlide8.xml" Id="R3a5f2558c32b4f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385c411884dbd" /><Relationship Type="http://schemas.openxmlformats.org/officeDocument/2006/relationships/notesSlide" Target="/ppt/notesSlides/notesSlide9.xml" Id="Ref2dc815c93445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56734ebc04df6" /><Relationship Type="http://schemas.openxmlformats.org/officeDocument/2006/relationships/image" Target="/ppt/media/image.png" Id="R197465c4b4b14e64" /><Relationship Type="http://schemas.openxmlformats.org/officeDocument/2006/relationships/image" Target="/ppt/media/image4.jpeg" Id="R210a44dc0a724c10" /><Relationship Type="http://schemas.openxmlformats.org/officeDocument/2006/relationships/notesSlide" Target="/ppt/notesSlides/notesSlide10.xml" Id="R692b10d9dbf14c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9480dfaf5491a" /><Relationship Type="http://schemas.openxmlformats.org/officeDocument/2006/relationships/notesSlide" Target="/ppt/notesSlides/notesSlide11.xml" Id="R508bd806613849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1b953fd224c00" /><Relationship Type="http://schemas.openxmlformats.org/officeDocument/2006/relationships/image" Target="/ppt/media/image.png" Id="Re8bedfe9972f4abd" /><Relationship Type="http://schemas.openxmlformats.org/officeDocument/2006/relationships/image" Target="/ppt/media/image5.jpeg" Id="R1f7fe3b5df3b4b62" /><Relationship Type="http://schemas.openxmlformats.org/officeDocument/2006/relationships/notesSlide" Target="/ppt/notesSlides/notesSlide12.xml" Id="R2f9e7871006948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18cb1c79842d2" /><Relationship Type="http://schemas.openxmlformats.org/officeDocument/2006/relationships/notesSlide" Target="/ppt/notesSlides/notesSlide13.xml" Id="Rdf5b13c4d98b4d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9df32fea34e31" /><Relationship Type="http://schemas.openxmlformats.org/officeDocument/2006/relationships/notesSlide" Target="/ppt/notesSlides/notesSlide14.xml" Id="R02316cfe5edc42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3d5fe775a4d04" /><Relationship Type="http://schemas.openxmlformats.org/officeDocument/2006/relationships/notesSlide" Target="/ppt/notesSlides/notesSlide15.xml" Id="R0e146a1cb27443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L16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冷启动发布与工程答辩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主线：在全新目录、全新会话和第三项陌生任务中，证明系统能启动、失败、恢复、读档与拒绝误导经验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L16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陌生评审者会随机抽查哪三件事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已经证明和尚未证明什么？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Docker 启动等于生产就绪吗？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哪项指标尚无真实数据？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课堂收件物：发布证据索引、答辩包与负迁移审计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L16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第一步：把作者电脑从证据链中移除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FlowERP 在干净环境完成冷启动后的当前页面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02bf60b69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c12674146455e"/>
          <a:stretch xmlns:a="http://schemas.openxmlformats.org/drawingml/2006/main"/>
        </p:blipFill>
        <p:spPr>
          <a:xfrm xmlns:a="http://schemas.openxmlformats.org/drawingml/2006/main">
            <a:off x="1990978" y="1897052"/>
            <a:ext cx="8330313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4C0B59-1AE4-4A55-A3CA-11786270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L16 · 陌生人答辩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EAC7C3-EE11-4DA9-88D8-50FF34B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50" y="1087755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990"/>
              </a:lnSpc>
              <a:buNone/>
            </a:pPr>
            <a:r>
              <a:rPr sz="26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最终作品是一套受治理自进化系统，不是两个项目拼盘</a:t>
            </a:r>
            <a:endParaRPr sz="2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3115D57-7201-4403-AA3A-513D7FF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B0B9AA0-BF74-45AE-BDBE-E4EA9DCC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5130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648D2C5F-BD1C-4C00-AAB1-BB4163E0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32009C0-8F48-4469-96EF-FB0BB710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可声明依赖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D3C4F4CE-C197-4DBE-BF20-D2F02FD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bootstrap</a:t>
            </a: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7FA571A7-CBB9-43C7-8999-07DED083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FF5A6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CA39F7E-69E5-456E-977A-8C965B8B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故障注入与恢复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A7A9109-6D6C-44DE-92B5-A34A6C54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resilience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203A22F6-B8E1-4F96-9A76-A948C29F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5C8D0D7-42D7-4893-8BF0-B321943D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第三任务独立读档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D8B023A-06DF-4DB8-AFAC-BFBFF80A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Memory A/B</a:t>
            </a:r>
          </a:p>
        </p:txBody>
      </p:sp>
      <p:sp>
        <p:nvSpPr>
          <p:cNvPr id="46" name="椭圆 45">
            <a:extLst xmlns:a="http://schemas.openxmlformats.org/drawingml/2006/main">
              <a:ext uri="{FF2B5EF4-FFF2-40B4-BE49-F238E27FC236}">
                <a16:creationId xmlns:a16="http://schemas.microsoft.com/office/drawing/2014/main" id="{6C62559B-C59E-4948-A484-14F517D7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39FFB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B0BF075-3CB9-44FC-AFC7-145BEB56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证据索引+剩余风险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BBE91A4-7AF5-47DA-8710-6F0CFE96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release pack</a:t>
            </a:r>
          </a:p>
        </p:txBody>
      </p:sp>
      <p:sp>
        <p:nvSpPr>
          <p:cNvPr id="51" name="矩形: 圆角 50">
            <a:extLst xmlns:a="http://schemas.openxmlformats.org/drawingml/2006/main">
              <a:ext uri="{FF2B5EF4-FFF2-40B4-BE49-F238E27FC236}">
                <a16:creationId xmlns:a16="http://schemas.microsoft.com/office/drawing/2014/main" id="{31892934-0B38-4EE6-8536-2021A0D7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9105"/>
            <a:ext cx="9144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066E113-6158-47D1-B3A6-ACF137A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0245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结业判定：第三项任务正确采用强经验并拒绝过期、越权和未来信息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1E2DFA7-2BFE-4766-BE73-0AB2E3CC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320" y="439293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不是概念清单，而是同一事件连续形成的可验收版本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696D0DA-D9CE-4C65-9BAD-675A89A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486918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V0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29A59F63-1DE5-499D-B401-23C3EEF7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836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CONTRACT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CB8FF3B-45ED-4B26-9BB4-0DFE19D1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V1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00C44A94-EE1E-4D43-A4CF-FD47DC3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56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CONTROL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E67DF79-64F2-4CDF-A25A-C86D42B7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V2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F4C0797-E3C2-4F4B-969B-5A1125C5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REPAIR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6B24EB8-E5FC-4ABF-A982-4E4E76FD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V3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E1B35615-95B7-49EE-82D3-D76A1342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56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OPERATE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25FF185-A2B0-456E-992C-2C7394B3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468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主线不断档：在全新目录、全新会话和第三项陌生任务中，证明系统能启动、失败、恢复、读档与拒绝误导经验</a:t>
            </a:r>
          </a:p>
        </p:txBody>
      </p:sp>
    </p:spTree>
    <p:extLst>
      <p:ext uri="{BB962C8B-B14F-4D97-AF65-F5344CB8AC3E}">
        <p14:creationId xmlns:p14="http://schemas.microsoft.com/office/powerpoint/2010/main" val="312736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L16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冷启动后必须回到同一份 ERP 业务事实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Web：本轮从全新运行目录重新采集的初始化页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e9f5f889346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f7ff073ff4199"/>
          <a:stretch xmlns:a="http://schemas.openxmlformats.org/drawingml/2006/main"/>
        </p:blipFill>
        <p:spPr>
          <a:xfrm xmlns:a="http://schemas.openxmlformats.org/drawingml/2006/main">
            <a:off x="1990978" y="1897052"/>
            <a:ext cx="8330313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48D438-DE1E-4B87-85D2-87BA092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L16 · 控制图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9C65A1-F455-4246-8E09-72C2D1F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发布现场必须关闭一条完整进化循环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8E831B-809D-46FB-BE75-C76CB5E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56" y="152984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控制先于自动化：有 Memory 不一定更好；新增 blocking 即负迁移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187EF46-FC27-477C-8B4E-4553BA0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E732A3E7-9E6B-4D68-8DDE-1B032CA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31A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91327428-656B-418B-A65B-C6ABD59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62300"/>
            <a:ext cx="885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FF23373C-9EC9-4328-9EF6-4DEF40C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1485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0914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34" name="箭头: 右 33">
            <a:extLst xmlns:a="http://schemas.openxmlformats.org/drawingml/2006/main">
              <a:ext uri="{FF2B5EF4-FFF2-40B4-BE49-F238E27FC236}">
                <a16:creationId xmlns:a16="http://schemas.microsoft.com/office/drawing/2014/main" id="{5FB90452-4AFB-4087-877A-C3B358D7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5" name="箭头: 右 34">
            <a:extLst xmlns:a="http://schemas.openxmlformats.org/drawingml/2006/main">
              <a:ext uri="{FF2B5EF4-FFF2-40B4-BE49-F238E27FC236}">
                <a16:creationId xmlns:a16="http://schemas.microsoft.com/office/drawing/2014/main" id="{EC70E40F-93F4-425C-B507-BEEA94B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67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6" name="箭头: 右 35">
            <a:extLst xmlns:a="http://schemas.openxmlformats.org/drawingml/2006/main">
              <a:ext uri="{FF2B5EF4-FFF2-40B4-BE49-F238E27FC236}">
                <a16:creationId xmlns:a16="http://schemas.microsoft.com/office/drawing/2014/main" id="{C0367AD3-6DA6-4645-9BE5-57F2C68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EBAFB51D-6B0C-43D3-AE78-9D788D1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9" name="箭头: 右 38">
            <a:extLst xmlns:a="http://schemas.openxmlformats.org/drawingml/2006/main">
              <a:ext uri="{FF2B5EF4-FFF2-40B4-BE49-F238E27FC236}">
                <a16:creationId xmlns:a16="http://schemas.microsoft.com/office/drawing/2014/main" id="{55BA0BF9-DD7E-42F7-93DB-51FA2B8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箭头: 右 40">
            <a:extLst xmlns:a="http://schemas.openxmlformats.org/drawingml/2006/main">
              <a:ext uri="{FF2B5EF4-FFF2-40B4-BE49-F238E27FC236}">
                <a16:creationId xmlns:a16="http://schemas.microsoft.com/office/drawing/2014/main" id="{D8D51759-5ACA-41E5-A178-F181DC81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箭头: 右 41">
            <a:extLst xmlns:a="http://schemas.openxmlformats.org/drawingml/2006/main">
              <a:ext uri="{FF2B5EF4-FFF2-40B4-BE49-F238E27FC236}">
                <a16:creationId xmlns:a16="http://schemas.microsoft.com/office/drawing/2014/main" id="{5E7D2E9A-AF91-4458-BE02-652FAAD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3" name="箭头: 右 42">
            <a:extLst xmlns:a="http://schemas.openxmlformats.org/drawingml/2006/main">
              <a:ext uri="{FF2B5EF4-FFF2-40B4-BE49-F238E27FC236}">
                <a16:creationId xmlns:a16="http://schemas.microsoft.com/office/drawing/2014/main" id="{C0A298E1-5D28-4DE4-B94F-8B14C43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5" name="箭头: 右 44">
            <a:extLst xmlns:a="http://schemas.openxmlformats.org/drawingml/2006/main">
              <a:ext uri="{FF2B5EF4-FFF2-40B4-BE49-F238E27FC236}">
                <a16:creationId xmlns:a16="http://schemas.microsoft.com/office/drawing/2014/main" id="{639F4557-A109-4A12-81E7-0FB5337D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B7B4075-270E-4989-8494-D31991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762125" cy="3333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B627DE0-7703-44A7-A425-121F336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ROUTER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4AF015E-561F-4EE5-A4E9-39933B1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A73F08C-3059-4FC2-B2CE-F39ED18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937224A-C0B1-4EC6-9C73-28D1B12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33675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写集冲突？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0C8D03A-DC96-4D8A-9BE0-AEC2BC93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5C2336E3-9312-4A5E-BFB5-77E6F3F2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有失败证据？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0BB27B1-A6A3-4F15-98EB-047AEC6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7E81910-EEE3-4973-94E6-49B8616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触发人审？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35F2E60B-8D66-42DE-8861-58AC251E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边界先于并行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607E6E9-B111-4ED3-91ED-92DA14A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  OBSERVE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B57B330-208B-4609-B98B-5B58DCD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955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先冻结事实</a:t>
            </a:r>
          </a:p>
        </p:txBody>
      </p:sp>
      <p:sp>
        <p:nvSpPr>
          <p:cNvPr id="58" name="矩形: 圆角 57">
            <a:extLst xmlns:a="http://schemas.openxmlformats.org/drawingml/2006/main">
              <a:ext uri="{FF2B5EF4-FFF2-40B4-BE49-F238E27FC236}">
                <a16:creationId xmlns:a16="http://schemas.microsoft.com/office/drawing/2014/main" id="{536714C0-8430-43FD-A80A-7A1A0EBF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8480A43-EF64-4E22-AA2A-DBD3177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A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读取状态</a:t>
            </a:r>
          </a:p>
        </p:txBody>
      </p:sp>
      <p:sp>
        <p:nvSpPr>
          <p:cNvPr id="60" name="矩形: 圆角 59">
            <a:extLst xmlns:a="http://schemas.openxmlformats.org/drawingml/2006/main">
              <a:ext uri="{FF2B5EF4-FFF2-40B4-BE49-F238E27FC236}">
                <a16:creationId xmlns:a16="http://schemas.microsoft.com/office/drawing/2014/main" id="{E98EC5B7-CCC5-4D17-A976-7A10627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C5FB5EE5-168F-4AB8-AFA0-9D46C5D6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B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核对证据</a:t>
            </a:r>
          </a:p>
        </p:txBody>
      </p:sp>
      <p:sp>
        <p:nvSpPr>
          <p:cNvPr id="62" name="矩形: 圆角 61">
            <a:extLst xmlns:a="http://schemas.openxmlformats.org/drawingml/2006/main">
              <a:ext uri="{FF2B5EF4-FFF2-40B4-BE49-F238E27FC236}">
                <a16:creationId xmlns:a16="http://schemas.microsoft.com/office/drawing/2014/main" id="{4C0E12E2-D425-4661-983C-BF11CD2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2872A81-FA41-4E0E-ADDB-7F6C29F9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主 Agent 汇总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E291F9-ADA4-4BDE-994D-BAB44BF2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526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冲突写入 → 串行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F9D94B5B-3B88-40C7-BA9E-860B2B71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670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21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  CONTROLLED ACTION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59679F70-8756-4EEF-B7D8-1892224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00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只做授权动作</a:t>
            </a:r>
          </a:p>
        </p:txBody>
      </p:sp>
      <p:sp>
        <p:nvSpPr>
          <p:cNvPr id="67" name="矩形: 圆角 66">
            <a:extLst xmlns:a="http://schemas.openxmlformats.org/drawingml/2006/main">
              <a:ext uri="{FF2B5EF4-FFF2-40B4-BE49-F238E27FC236}">
                <a16:creationId xmlns:a16="http://schemas.microsoft.com/office/drawing/2014/main" id="{CAF5BD87-692B-44F3-8135-3C11CAB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4805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6B3B58B7-B17D-40E2-B0D6-AAFB1AF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4330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 证据</a:t>
            </a:r>
          </a:p>
        </p:txBody>
      </p:sp>
      <p:sp>
        <p:nvSpPr>
          <p:cNvPr id="69" name="矩形: 圆角 68">
            <a:extLst xmlns:a="http://schemas.openxmlformats.org/drawingml/2006/main">
              <a:ext uri="{FF2B5EF4-FFF2-40B4-BE49-F238E27FC236}">
                <a16:creationId xmlns:a16="http://schemas.microsoft.com/office/drawing/2014/main" id="{DCF770BC-ABC1-487F-8866-3198DB0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66457BB7-41BC-48A1-A30D-1DFFE66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1019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注入可控失败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DE84F397-208B-4934-AFBB-00752FCE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deploy/</a:t>
            </a:r>
          </a:p>
        </p:txBody>
      </p:sp>
      <p:sp>
        <p:nvSpPr>
          <p:cNvPr id="72" name="矩形: 圆角 71">
            <a:extLst xmlns:a="http://schemas.openxmlformats.org/drawingml/2006/main">
              <a:ext uri="{FF2B5EF4-FFF2-40B4-BE49-F238E27FC236}">
                <a16:creationId xmlns:a16="http://schemas.microsoft.com/office/drawing/2014/main" id="{49D67FA1-B48E-4B00-A1BB-3023BF7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C5C6942D-37D7-4D30-91A4-07BFD90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43300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受控执行</a:t>
            </a:r>
          </a:p>
        </p:txBody>
      </p:sp>
      <p:sp>
        <p:nvSpPr>
          <p:cNvPr id="74" name="矩形: 圆角 73">
            <a:extLst xmlns:a="http://schemas.openxmlformats.org/drawingml/2006/main">
              <a:ext uri="{FF2B5EF4-FFF2-40B4-BE49-F238E27FC236}">
                <a16:creationId xmlns:a16="http://schemas.microsoft.com/office/drawing/2014/main" id="{5DCE67CD-EB1C-425D-95B9-C9EE8A8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48050"/>
            <a:ext cx="1000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707DF80-D60D-4764-B55A-3F552894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54330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Eval 复验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E189CCC-1219-46BB-AA3D-EA34BA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099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FAIL → 返工</a:t>
            </a: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00E0B4E6-D766-4203-9342-5EC1084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623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9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PASS → 下一态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F51A8B0-04C9-4392-AB29-EDB067E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86225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无进展 / 超预算 / 高风险 → 安全停止，不宣称成功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CE4EEE7D-FBEE-4689-9EFF-06B3A7A2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  HUMAN GATE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D58ED9A9-AB1B-4CE8-B81D-6357AA3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339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必须人工确认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30BEC1DC-1D1B-446B-A25D-9FF9AFA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有 Memory 不一定更好；新增 blocking 即负…</a:t>
            </a:r>
          </a:p>
        </p:txBody>
      </p:sp>
      <p:sp>
        <p:nvSpPr>
          <p:cNvPr id="82" name="矩形: 圆角 81">
            <a:extLst xmlns:a="http://schemas.openxmlformats.org/drawingml/2006/main">
              <a:ext uri="{FF2B5EF4-FFF2-40B4-BE49-F238E27FC236}">
                <a16:creationId xmlns:a16="http://schemas.microsoft.com/office/drawing/2014/main" id="{DB70CB01-29C9-4969-96BF-FDE2E12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67250"/>
            <a:ext cx="2238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14FA5BF5-14F2-4AA4-BDE3-D6FF474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批准 / 打回 / 缩小范围</a:t>
            </a:r>
          </a:p>
        </p:txBody>
      </p:sp>
      <p:sp>
        <p:nvSpPr>
          <p:cNvPr id="84" name="矩形: 圆角 83">
            <a:extLst xmlns:a="http://schemas.openxmlformats.org/drawingml/2006/main">
              <a:ext uri="{FF2B5EF4-FFF2-40B4-BE49-F238E27FC236}">
                <a16:creationId xmlns:a16="http://schemas.microsoft.com/office/drawing/2014/main" id="{AB1D2041-125D-451E-904C-659406F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67250"/>
            <a:ext cx="228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04A0CD4-4A31-4DBA-BC96-20D640A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决定写入 backup</a:t>
            </a:r>
          </a:p>
        </p:txBody>
      </p:sp>
      <p:sp>
        <p:nvSpPr>
          <p:cNvPr id="86" name="矩形: 圆角 85">
            <a:extLst xmlns:a="http://schemas.openxmlformats.org/drawingml/2006/main">
              <a:ext uri="{FF2B5EF4-FFF2-40B4-BE49-F238E27FC236}">
                <a16:creationId xmlns:a16="http://schemas.microsoft.com/office/drawing/2014/main" id="{84AFA090-4A12-4E74-A005-15A03E12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76900"/>
            <a:ext cx="7524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E140A6EF-C532-448F-84E5-B16E9A5F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435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冷启动、失败恢复、备份复验和跨会话读档必须同时通过</a:t>
            </a: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919364A4-0EC0-458F-96EB-C051293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864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2BA58EBF-5DFB-4E16-90CC-3C5B358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24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第一条真实反馈重新进入 Spec，启动下一轮进化</a:t>
            </a:r>
          </a:p>
        </p:txBody>
      </p:sp>
    </p:spTree>
    <p:extLst>
      <p:ext uri="{BB962C8B-B14F-4D97-AF65-F5344CB8AC3E}">
        <p14:creationId xmlns:p14="http://schemas.microsoft.com/office/powerpoint/2010/main" val="425652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L16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一次成功、一次失败、一次导出、一次反馈缺一不可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同一条规则必须用红灯和绿灯同时证明：冷启动、失败恢复、备份复验和跨会话读档必须同时通过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依赖隐式环境、未来答案或旧分支 Me
mory，演示成功却无法接手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有 Memory 不一定更好；新增 blocking …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49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第三项任务正确采用强经验并拒绝过期、越权和未来信息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发布证据索引、答辩包与负迁移审计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L16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新会话要能从一条需求恢复完整交付链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Web：初始化并装入完整验收账套后的经营驾驶舱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1e06711be4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36131db7744bb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L16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冷启动、重启、备份、恢复与回滚逐项验收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作者环境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可声明依赖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deploy/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bootstrap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正常演示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故障注入与恢复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backup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resilience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经验继承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第三任务独立读档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release-index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Memory A/B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发布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证据索引+剩余风险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context-bundle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第三项任务正确采用强经验并拒绝过期、越权和未来信息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L16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十七项 Blocking Eval 必须现场展开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Web：冷启动后的工作台能从一条需求自动恢复完整交付链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465c4b4b14e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a44dc0a724c10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D42DCE-FD8E-4045-8CEF-2EEA084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L16 · 决策指标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848F9C-06AA-4D93-916A-41E959B6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8EC5CC7-B8B4-4AA3-9FA2-CA803CAC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五分钟答辩用证据索引，而不是按作者剧本表演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AC742FA4-3C0A-4C08-B711-F566A604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9AB0E40-F1C5-4014-A5B0-A4A41B64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B9FD2E8-B495-408E-B029-AD9AB773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MAINLINE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E8CD2FE-DB77-4E48-A52F-AAD7D46F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只追一宗业务事件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AB42990A-F80F-4974-979C-7C505D8D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7EB72AD-A058-4062-A0B5-1FB12567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F2C0F19-BC21-49AB-9D5A-D223EBE1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FAILURE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75B3CC2-A128-401F-A81C-15790EF0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必须真实变红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35EA8C45-DA55-4CF4-BA82-BF929965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540CB37-A025-4533-AE1D-6C56E97F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E537D25-9C9A-448D-9252-445C58E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COMMAND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FFB09CA-E0C4-49E3-94C4-C49C5A80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统一入口复验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82A6B3CC-E580-4BB9-A583-C1D37AF4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D0401C7-12B3-4CC3-A1F0-1C032F8D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7AABE81-3366-45B7-8F2D-01B0B6BC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E29B2D9-04FE-44F8-899C-8B6988A8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具名交接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E4226C8-83C2-457C-A611-9A2BB988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本讲完成回路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FBC22C7-DA8B-4815-8670-39D761F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FAF81C41-71F7-4EB3-9035-B532C3EF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课前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EBD115C-403E-4939-B96A-7D91CEB1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依赖隐式环境、未来答案或旧分支 Memory，…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3794CDFC-9E42-47B9-A80E-1A19087F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课中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210898C-55C2-48D5-9CA7-A1798ED9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72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python -X utf8 -m workb…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4A9904C-EF3D-4EB8-8F93-995EB801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课后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DC18A30-4CCF-4C72-A0BF-EB93FA6F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发布证据索引、答辩包与负迁移审计</a:t>
            </a:r>
          </a:p>
        </p:txBody>
      </p:sp>
      <p:sp>
        <p:nvSpPr>
          <p:cNvPr id="43" name="矩形: 圆角 42">
            <a:extLst xmlns:a="http://schemas.openxmlformats.org/drawingml/2006/main">
              <a:ext uri="{FF2B5EF4-FFF2-40B4-BE49-F238E27FC236}">
                <a16:creationId xmlns:a16="http://schemas.microsoft.com/office/drawing/2014/main" id="{B5B40FC4-7C48-468D-B389-CEAF3EC3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A729A36-AA74-4B1D-9AF1-AFF90203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指标只服务一个判断：作品能在作者电脑运行不叫交付，陌生人能复现并判断才叫交付</a:t>
            </a:r>
          </a:p>
        </p:txBody>
      </p:sp>
    </p:spTree>
    <p:extLst>
      <p:ext uri="{BB962C8B-B14F-4D97-AF65-F5344CB8AC3E}">
        <p14:creationId xmlns:p14="http://schemas.microsoft.com/office/powerpoint/2010/main" val="998384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L16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跨会话 Memory 只有在后序任务改善时才算资产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Web：发布答辩必须现场展开当次全部 Blocking Eval，而不是只报总分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edfe9972f4a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fe3b5df3b4b62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99AA67-CE21-4B00-8222-B562A4E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L16 · 责任交接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2D159-3DEA-4060-B4F8-3C06451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发布后的责任仍由具名人员承担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32DC4-36FC-491D-9833-0065D02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13</a:t>
            </a:r>
            <a:endParaRPr sz="1100"/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39C70E3-9411-4086-A208-EDA12B9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553A0C0-2141-4066-8E22-BDB837E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07F32F1-495D-4A4D-9C48-C0A8166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 / Codex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F357699-105D-4099-8AAA-AF24453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64A5FCE-FA05-4D0C-84F4-77EBF46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427D402-8C23-4E1A-80B6-6B12B5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理解上下文并执行 python -X utf8 -m workbench…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BCA02B5-8D84-43BC-A44B-EE0DDC9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BA01E53-3EAE-4F23-AEA3-3D100B6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越过：冷启动、失败恢复、备份复验和跨会话读档必须同时通过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1D7BB11-E453-4B76-8C1C-C470FA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574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236B350-1335-4920-BA80-9F216D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deploy/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4AE4A8EC-2BE8-4370-B283-AECE5E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CB6EB17-EA51-4F76-9806-E4BE21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37F5E77-32DD-4B37-B7DE-88E1F3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 / Harness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45B5A22-A6FF-4A01-A994-4CD4814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988FFA7-33E0-48A5-B41F-F8E8C24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8E55BB2-0842-46B6-A3D7-8948FF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验证：第三项任务正确采用强经验并拒绝过期、越权和未来信息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D2BF47C-2E34-432C-9C22-347F5C5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9FB1BFE-17C1-4676-A9D6-5453F3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为通过而降低断言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6326AB6-1ED3-4BA6-BA89-BF9E0D7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194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3D1675A-3787-4DC8-824F-68E04602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766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release-index</a:t>
            </a: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BF2E91-52CE-4830-9FA5-FBAC77F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C4EA3F-B149-40CE-A9F5-71D02D2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34CAA4E-A0F2-43FB-9B83-A5100A3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具名审核人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9F21E8-147F-485E-97C1-94437D4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3F95441-916B-47D0-BFBF-E97970E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28C24C0-78E6-4249-94EE-AF9372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确认业务结果、权限与剩余风险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DD170A-7708-4F63-A8FF-10F8D6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DCD4CB6-F5C8-4A26-810D-CD3EE83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把最终责任交给模型</a:t>
            </a: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59EBEE09-19BE-40BC-817B-D7DEFD9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C489E74-D14C-4562-ADEC-93AC9A4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386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批准 / 打回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1F0DEDF2-4E95-4CAE-B701-ED2235A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E57FB9-2D67-40A8-AF8B-A3F4799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共同前提：有 Memory 不一定更好；新增 blocking 即负迁移</a:t>
            </a:r>
          </a:p>
        </p:txBody>
      </p:sp>
    </p:spTree>
    <p:extLst>
      <p:ext uri="{BB962C8B-B14F-4D97-AF65-F5344CB8AC3E}">
        <p14:creationId xmlns:p14="http://schemas.microsoft.com/office/powerpoint/2010/main" val="1036215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CC39F9-06BD-4D9E-8547-6BB8C83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L16 · 现场验收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2E65F8-BBBD-4F59-87CE-099D71C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未来信息、旧分支和越权经验必须被拒绝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E3434E-39A1-49C3-AFBA-3F09151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14</a:t>
            </a:r>
            <a:endParaRPr sz="1100"/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1BDD3D7F-1DDE-490F-918D-ECD843C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7151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111CB2-8C76-44C5-A778-C30CD86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CHECK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258C7E-E891-4356-AE97-7E33466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C705395-FE40-4557-951A-0D577B51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新目录冷启动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EB5E61C-A042-4A03-8E89-49B7706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1D7A947-CDE6-4E19-83D8-72C9C2F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复现 20/8/12 主线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00C0765-7C68-431F-9A41-591FE4B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11A5CFA-B687-4774-800C-DA127E6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注入可控失败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5936CF-014D-4BC8-94E0-F48E413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[+]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6F9721-6923-4803-8ECB-4D73EA4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关闭会话后读档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BE6521D-D235-463F-AA4A-26D339D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319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F3120C-733D-429A-A39E-BBC00AF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33319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57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发布证据索引、答辩包与负迁移审计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B0BE1F0-AC1F-4607-9D4C-7C70FF1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76244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必须现场运行、记录退出码并保留失败后状态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9137D3F-C9D6-45DE-A5CC-512F90F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069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课末 10 分钟抽查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87E721-5D62-4094-871B-E09D861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09669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命令 → python -X utf8 -m workbench.cli demo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49A5FC80-82A3-46C5-9EFA-5744EB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6869"/>
            <a:ext cx="3524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0A12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6190CC5-B394-483D-A8AF-533286C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119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不通过 → 有 Memory 不一定更好；新增 blocking 即负迁移</a:t>
            </a:r>
          </a:p>
        </p:txBody>
      </p:sp>
    </p:spTree>
    <p:extLst>
      <p:ext uri="{BB962C8B-B14F-4D97-AF65-F5344CB8AC3E}">
        <p14:creationId xmlns:p14="http://schemas.microsoft.com/office/powerpoint/2010/main" val="2105145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15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2026-09-01T07:16:50.9150000Z</dcterms:created>
  <dcterms:modified xsi:type="dcterms:W3CDTF">2026-09-01T07:16:50.9150000Z</dcterms:modified>
</coreProperties>
</file>