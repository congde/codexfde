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6e6b04f3c44c7" /><Relationship Type="http://schemas.openxmlformats.org/officeDocument/2006/relationships/extended-properties" Target="/docProps/app.xml" Id="R3df41f5428ee4027" /><Relationship Type="http://schemas.openxmlformats.org/officeDocument/2006/relationships/officeDocument" Target="/ppt/presentation.xml" Id="R3d1954553797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fc31065a04f83"/>
  </p:sldMasterIdLst>
  <p:notesMasterIdLst>
    <p:notesMasterId xmlns:r="http://schemas.openxmlformats.org/officeDocument/2006/relationships" r:id="Rb7da97acba204024"/>
  </p:notesMasterIdLst>
  <p:sldIdLst>
    <p:sldId xmlns:r="http://schemas.openxmlformats.org/officeDocument/2006/relationships" id="256" r:id="R85c41116474446cc"/>
    <p:sldId xmlns:r="http://schemas.openxmlformats.org/officeDocument/2006/relationships" id="257" r:id="R76e079bdc4b649ad"/>
    <p:sldId xmlns:r="http://schemas.openxmlformats.org/officeDocument/2006/relationships" id="258" r:id="Ra04b4ba5212947f5"/>
    <p:sldId xmlns:r="http://schemas.openxmlformats.org/officeDocument/2006/relationships" id="259" r:id="R457cbd2a89de498e"/>
    <p:sldId xmlns:r="http://schemas.openxmlformats.org/officeDocument/2006/relationships" id="260" r:id="Rb15dac6627274487"/>
    <p:sldId xmlns:r="http://schemas.openxmlformats.org/officeDocument/2006/relationships" id="261" r:id="R040a187c82634023"/>
    <p:sldId xmlns:r="http://schemas.openxmlformats.org/officeDocument/2006/relationships" id="262" r:id="Rc893634a388a47b6"/>
    <p:sldId xmlns:r="http://schemas.openxmlformats.org/officeDocument/2006/relationships" id="263" r:id="R5b5dad75210145e8"/>
    <p:sldId xmlns:r="http://schemas.openxmlformats.org/officeDocument/2006/relationships" id="264" r:id="R32c1435404da469f"/>
    <p:sldId xmlns:r="http://schemas.openxmlformats.org/officeDocument/2006/relationships" id="265" r:id="R567ca7df8aef4927"/>
    <p:sldId xmlns:r="http://schemas.openxmlformats.org/officeDocument/2006/relationships" id="266" r:id="R846dd791fd674ae0"/>
    <p:sldId xmlns:r="http://schemas.openxmlformats.org/officeDocument/2006/relationships" id="267" r:id="Rf4dafb0fb05549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728f91313450b" /><Relationship Type="http://schemas.openxmlformats.org/officeDocument/2006/relationships/slideMaster" Target="/ppt/slideMasters/slideMaster1.xml" Id="Rf82fc31065a04f83" /><Relationship Type="http://schemas.openxmlformats.org/officeDocument/2006/relationships/notesMaster" Target="/ppt/notesMasters/notesMaster1.xml" Id="Rb7da97acba204024" /><Relationship Type="http://schemas.openxmlformats.org/officeDocument/2006/relationships/presProps" Target="/ppt/presProps.xml" Id="R85cca4fefb04442e" /><Relationship Type="http://schemas.openxmlformats.org/officeDocument/2006/relationships/viewProps" Target="/ppt/viewProps.xml" Id="R3568a25824414f4f" /><Relationship Type="http://schemas.openxmlformats.org/officeDocument/2006/relationships/tableStyles" Target="/ppt/tableStyles.xml" Id="R51a4793a77a64f28" /><Relationship Type="http://schemas.openxmlformats.org/officeDocument/2006/relationships/slide" Target="/ppt/slides/slide1.xml" Id="R85c41116474446cc" /><Relationship Type="http://schemas.openxmlformats.org/officeDocument/2006/relationships/slide" Target="/ppt/slides/slide2.xml" Id="R76e079bdc4b649ad" /><Relationship Type="http://schemas.openxmlformats.org/officeDocument/2006/relationships/slide" Target="/ppt/slides/slide3.xml" Id="Ra04b4ba5212947f5" /><Relationship Type="http://schemas.openxmlformats.org/officeDocument/2006/relationships/slide" Target="/ppt/slides/slide4.xml" Id="R457cbd2a89de498e" /><Relationship Type="http://schemas.openxmlformats.org/officeDocument/2006/relationships/slide" Target="/ppt/slides/slide5.xml" Id="Rb15dac6627274487" /><Relationship Type="http://schemas.openxmlformats.org/officeDocument/2006/relationships/slide" Target="/ppt/slides/slide6.xml" Id="R040a187c82634023" /><Relationship Type="http://schemas.openxmlformats.org/officeDocument/2006/relationships/slide" Target="/ppt/slides/slide7.xml" Id="Rc893634a388a47b6" /><Relationship Type="http://schemas.openxmlformats.org/officeDocument/2006/relationships/slide" Target="/ppt/slides/slide8.xml" Id="R5b5dad75210145e8" /><Relationship Type="http://schemas.openxmlformats.org/officeDocument/2006/relationships/slide" Target="/ppt/slides/slide9.xml" Id="R32c1435404da469f" /><Relationship Type="http://schemas.openxmlformats.org/officeDocument/2006/relationships/slide" Target="/ppt/slides/slide10.xml" Id="R567ca7df8aef4927" /><Relationship Type="http://schemas.openxmlformats.org/officeDocument/2006/relationships/slide" Target="/ppt/slides/slide11.xml" Id="R846dd791fd674ae0" /><Relationship Type="http://schemas.openxmlformats.org/officeDocument/2006/relationships/slide" Target="/ppt/slides/slide12.xml" Id="Rf4dafb0fb055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29f2acf56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767bf9a9844b23" /><Relationship Type="http://schemas.openxmlformats.org/officeDocument/2006/relationships/notesMaster" Target="/ppt/notesMasters/notesMaster1.xml" Id="Rffb7b8e4b6384a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e2e5bc5aa4669" /><Relationship Type="http://schemas.openxmlformats.org/officeDocument/2006/relationships/notesMaster" Target="/ppt/notesMasters/notesMaster1.xml" Id="R0f5d79d543bd48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d379dd8fcb46d0" /><Relationship Type="http://schemas.openxmlformats.org/officeDocument/2006/relationships/notesMaster" Target="/ppt/notesMasters/notesMaster1.xml" Id="R775b55239804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298ad1fc64766" /><Relationship Type="http://schemas.openxmlformats.org/officeDocument/2006/relationships/notesMaster" Target="/ppt/notesMasters/notesMaster1.xml" Id="R72f70641bf224a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21b97f14fb4c11" /><Relationship Type="http://schemas.openxmlformats.org/officeDocument/2006/relationships/notesMaster" Target="/ppt/notesMasters/notesMaster1.xml" Id="Rb5e73bec130d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aadec18524cc0" /><Relationship Type="http://schemas.openxmlformats.org/officeDocument/2006/relationships/notesMaster" Target="/ppt/notesMasters/notesMaster1.xml" Id="Rca9363b42dd4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5c5e063d642de" /><Relationship Type="http://schemas.openxmlformats.org/officeDocument/2006/relationships/notesMaster" Target="/ppt/notesMasters/notesMaster1.xml" Id="R153630a9489946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11cadd2484aa7" /><Relationship Type="http://schemas.openxmlformats.org/officeDocument/2006/relationships/notesMaster" Target="/ppt/notesMasters/notesMaster1.xml" Id="R8258f55bf9db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4e62668c69429a" /><Relationship Type="http://schemas.openxmlformats.org/officeDocument/2006/relationships/notesMaster" Target="/ppt/notesMasters/notesMaster1.xml" Id="R21570c540fed42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1caace9d244ae1" /><Relationship Type="http://schemas.openxmlformats.org/officeDocument/2006/relationships/notesMaster" Target="/ppt/notesMasters/notesMaster1.xml" Id="Rb6ebbfed36b449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cee5431f0b46a5" /><Relationship Type="http://schemas.openxmlformats.org/officeDocument/2006/relationships/notesMaster" Target="/ppt/notesMasters/notesMaster1.xml" Id="Rfca7502d433e44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a1ef74159f44e2" /><Relationship Type="http://schemas.openxmlformats.org/officeDocument/2006/relationships/notesMaster" Target="/ppt/notesMasters/notesMaster1.xml" Id="Rdff645faf371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本页判断：用 Codex Subagents 并行独立任务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本页判断：三张任务卡，哪些能并行，哪些必须串行？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本页判断：Agent 数量增加，不会自动增加工程成熟度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本页判断：业务对象提供可拆分但相互关联的调查表面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D:\work\CodexFDE\docs\courses\assets\web-15-purchase-approval.png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本页判断：并行看冲突图，不看角色名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本页判断：读集可以共享，写集冲突必须串行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本页判断：每个 Subagent 都需要独立 Scope、版本、ACL 与预算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本页判断：多个发现最终仍由主任务统一审核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D:\work\CodexFDE\docs\courses\assets\web-17-channel-orders.png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本页判断：子任务输出只交付发现、引用、验证与未决风险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本页判断：主 Agent 不是转发器，而是证据聚合与责任边界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本页判断：并行是否更好，要用等待、冲突和返工量衡量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课堂类型：调度桌游</a:t>
            </a:r>
          </a:p>
          <a:p xmlns:a="http://schemas.openxmlformats.org/drawingml/2006/main">
            <a:r>
              <a:t>本页判断：并行调查结束后，系统仍缺一张共同状态图</a:t>
            </a:r>
            <a:endParaRPr/>
          </a:p>
          <a:p xmlns:a="http://schemas.openxmlformats.org/drawingml/2006/main">
            <a:r>
              <a:t>课程主线：先画读写冲突图，再为每个子任务装配独立 Context Bundle，最后由主 Agent 证据汇总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验证入口：codex subagents run --task TASK-ID</a:t>
            </a:r>
          </a:p>
          <a:p xmlns:a="http://schemas.openxmlformats.org/drawingml/2006/main">
            <a:r>
              <a:t>边界：主 Agent 的权限不能自动继承给所有 Subagent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D:\work\CodexFDE\docs\courses\L11-用Codex-Subagents并行独立任务.md</a:t>
            </a:r>
          </a:p>
          <a:p xmlns:a="http://schemas.openxmlformats.org/drawingml/2006/main">
            <a:r>
              <a:t>- D:\work\CodexFDE\course\tasks\L11-Subagents并行.md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098704b81420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7c212466449fa" /><Relationship Type="http://schemas.openxmlformats.org/officeDocument/2006/relationships/slideLayout" Target="/ppt/slideLayouts/slideLayout1.xml" Id="R08bd8db3b5c740f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d8db3b5c740f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776dc6534a1b" /><Relationship Type="http://schemas.openxmlformats.org/officeDocument/2006/relationships/notesSlide" Target="/ppt/notesSlides/notesSlide1.xml" Id="R887fdeeaf5bf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c69c3cf46406f" /><Relationship Type="http://schemas.openxmlformats.org/officeDocument/2006/relationships/notesSlide" Target="/ppt/notesSlides/notesSlide2.xml" Id="Rd46d11f7a60e41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528e3c85f46bf" /><Relationship Type="http://schemas.openxmlformats.org/officeDocument/2006/relationships/notesSlide" Target="/ppt/notesSlides/notesSlide3.xml" Id="Re2ff2e24e5754b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f60f0aaa4ed4" /><Relationship Type="http://schemas.openxmlformats.org/officeDocument/2006/relationships/image" Target="/ppt/media/image.png" Id="R9890123ec4884deb" /><Relationship Type="http://schemas.openxmlformats.org/officeDocument/2006/relationships/image" Target="/ppt/media/image.jpeg" Id="R67ed11223b1c47ff" /><Relationship Type="http://schemas.openxmlformats.org/officeDocument/2006/relationships/notesSlide" Target="/ppt/notesSlides/notesSlide4.xml" Id="Rc6547a0af3884b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6c45b5a5e477a" /><Relationship Type="http://schemas.openxmlformats.org/officeDocument/2006/relationships/notesSlide" Target="/ppt/notesSlides/notesSlide5.xml" Id="R572bbd4826644c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b7a01b4247e5" /><Relationship Type="http://schemas.openxmlformats.org/officeDocument/2006/relationships/notesSlide" Target="/ppt/notesSlides/notesSlide6.xml" Id="Rf86b46e8ce69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1376f09d34cc3" /><Relationship Type="http://schemas.openxmlformats.org/officeDocument/2006/relationships/notesSlide" Target="/ppt/notesSlides/notesSlide7.xml" Id="R446bfedbb6f84c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a46b05cf34517" /><Relationship Type="http://schemas.openxmlformats.org/officeDocument/2006/relationships/image" Target="/ppt/media/image.png" Id="Rd44041243ea04a31" /><Relationship Type="http://schemas.openxmlformats.org/officeDocument/2006/relationships/image" Target="/ppt/media/image2.jpeg" Id="Rd256f05565c04686" /><Relationship Type="http://schemas.openxmlformats.org/officeDocument/2006/relationships/notesSlide" Target="/ppt/notesSlides/notesSlide8.xml" Id="Rd9bd1891762d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3611ff4644558" /><Relationship Type="http://schemas.openxmlformats.org/officeDocument/2006/relationships/notesSlide" Target="/ppt/notesSlides/notesSlide9.xml" Id="R37a52c11601c46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7189186e14f8d" /><Relationship Type="http://schemas.openxmlformats.org/officeDocument/2006/relationships/notesSlide" Target="/ppt/notesSlides/notesSlide10.xml" Id="Rd954f8bb1bf543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e01c2dc3340fe" /><Relationship Type="http://schemas.openxmlformats.org/officeDocument/2006/relationships/notesSlide" Target="/ppt/notesSlides/notesSlide11.xml" Id="R8619dfb8f32c46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bac206c7d4707" /><Relationship Type="http://schemas.openxmlformats.org/officeDocument/2006/relationships/notesSlide" Target="/ppt/notesSlides/notesSlide12.xml" Id="R67fbf2d5ca49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L11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用 Codex Subagents 并行独立任务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主线：先画读写冲突图，再为每个子任务装配独立 Context Bundle，最后由主 Agent 证据汇总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L11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三张任务卡，哪些能并行，哪些必须串行？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不同文件也会发生冲突吗？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哪两项调查适合并行？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加速但 Token 翻倍值得吗？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课堂收件物：子任务合同、逐任务 Bundle、发现与主结论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L11 · 调度桌游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Agent 数量增加，不会自动增加工程成熟度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裁决标准：读写集冲突则串行；每个子任务拥有独立 Context Bundle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两个 Agent 同写一个文件或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共享数据库，最后结果无法归因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2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本页只解决一个冲突：两个 Agent 同写一个文件或共享数据库，最后结果无法归因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L11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业务对象提供可拆分但相互关联的调查表面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采购审批页展示跨角色协作必须保留责任边界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0123ec4884d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d11223b1c47ff"/>
          <a:stretch xmlns:a="http://schemas.openxmlformats.org/drawingml/2006/main"/>
        </p:blipFill>
        <p:spPr>
          <a:xfrm xmlns:a="http://schemas.openxmlformats.org/drawingml/2006/main">
            <a:off x="1908964" y="1897052"/>
            <a:ext cx="84943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L11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并行看冲突图，不看角色名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控制先于自动化：主 Agent 的权限不能自动继承给所有 Subagent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17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分别装配 Context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192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agent/subagents/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主 Agent 的权限不能自动继承给所有 Subagent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read_set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读写集冲突则串行；每个子任务拥有独立 Context Bundle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用 Graph 持久化跨阶段状态和人工控制点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L11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读集可以共享，写集冲突必须串行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按角色拆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按文件与状态拆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agent/subagents/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conflict graph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任务级 Bundle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read_set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ACL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并行写入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写集冲突先串行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write_set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scheduler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结果拼接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主结论回指证据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context_bundle_id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每个 Agent 输出发现、引用、验证与未决风险，主 Agent 只做汇总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L11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每个 Subagent 都需要独立 Scope、版本、ACL 与预算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agent/subagents/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codex subagents run --task TASK-ID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读写集冲突则串行；每个子任务拥有独立 Context Bundle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主 Agent 的权限不能自动继承给所有 Subagent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飞轮：子任务合同、逐任务 Bundle、发现与主结论 → 用 Graph 持久化跨阶段状态和人工控制点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L11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多个发现最终仍由主任务统一审核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真实项目：渠道订单中台提供可拆分但相互关联的审计表面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041243ea04a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6f05565c04686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L11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子任务输出只交付发现、引用、验证与未决风险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l11_delivery.ps1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画读写冲突图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codex subagents run --task TASK-ID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每个 Agent 输出发现、引用、验证与未决风险，主 Agen…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 Graph 持久化跨阶段状态和人工控制点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L11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主 Agent 不是转发器，而是证据聚合与责任边界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codex subagents run --task 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越过：读写集冲突则串行；每个子任务拥有独立 Contex…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agent/subagents/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验证：每个 Agent 输出发现、引用、验证与未决风险，主 Ag…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write_set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共同前提：主 Agent 的权限不能自动继承给所有 Subagent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D42DCE-FD8E-4045-8CEF-2EEA084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L11 · 决策指标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848F9C-06AA-4D93-916A-41E959B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EC5CC7-B8B4-4AA3-9FA2-CA803CA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并行是否更好，要用等待、冲突和返工量衡量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AC742FA4-3C0A-4C08-B711-F566A60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AB0E40-F1C5-4014-A5B0-A4A41B6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B9FD2E8-B495-408E-B029-AD9AB77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MAINLINE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E8CD2FE-DB77-4E48-A52F-AAD7D46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只追一宗业务事件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AB42990A-F80F-4974-979C-7C505D8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7EB72AD-A058-4062-A0B5-1FB1256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F2C0F19-BC21-49AB-9D5A-D223EBE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FAILURE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5B3CC2-A128-401F-A81C-15790EF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必须真实变红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35EA8C45-DA55-4CF4-BA82-BF92996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40CB37-A025-4533-AE1D-6C56E97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E537D25-9C9A-448D-9252-445C58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FFB09CA-E0C4-49E3-94C4-C49C5A8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统一入口复验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82A6B3CC-E580-4BB9-A583-C1D37AF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D0401C7-12B3-4CC3-A1F0-1C032F8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7AABE81-3366-45B7-8F2D-01B0B6B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E29B2D9-04FE-44F8-899C-8B6988A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具名交接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E4226C8-83C2-457C-A611-9A2BB98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本讲完成回路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FBC22C7-DA8B-4815-8670-39D761F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AF81C41-71F7-4EB3-9035-B532C3EF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课前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EBD115C-403E-4939-B96A-7D91CE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17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两个 Agent 同写一个文件或共享数据库，最…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794CDFC-9E42-47B9-A80E-1A19087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课中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210898C-55C2-48D5-9CA7-A1798ED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codex subagents run --t…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4A9904C-EF3D-4EB8-8F93-995EB80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课后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DC18A30-4CCF-4C72-A0BF-EB93F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子任务合同、逐任务 Bundle、发现与主结论</a:t>
            </a:r>
          </a:p>
        </p:txBody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B5B40FC4-7C48-468D-B389-CEAF3EC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A729A36-AA74-4B1D-9AF1-AFF90203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指标只服务一个判断：并行的前提是任务独立，汇总的前提是证据可比较</a:t>
            </a:r>
          </a:p>
        </p:txBody>
      </p:sp>
    </p:spTree>
    <p:extLst>
      <p:ext uri="{BB962C8B-B14F-4D97-AF65-F5344CB8AC3E}">
        <p14:creationId xmlns:p14="http://schemas.microsoft.com/office/powerpoint/2010/main" val="99838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2026-09-01T07:16:31.8760000Z</dcterms:created>
  <dcterms:modified xsi:type="dcterms:W3CDTF">2026-09-01T07:16:31.8760000Z</dcterms:modified>
</coreProperties>
</file>